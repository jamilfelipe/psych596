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F6B9F-18B7-F8B5-BDA4-7781AA1A3E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F720572-C805-E210-8B83-8EEC05FF20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F764FB-10D1-A608-8732-619F083FA134}"/>
              </a:ext>
            </a:extLst>
          </p:cNvPr>
          <p:cNvSpPr>
            <a:spLocks noGrp="1"/>
          </p:cNvSpPr>
          <p:nvPr>
            <p:ph type="dt" sz="half" idx="10"/>
          </p:nvPr>
        </p:nvSpPr>
        <p:spPr/>
        <p:txBody>
          <a:bodyPr/>
          <a:lstStyle/>
          <a:p>
            <a:fld id="{D2F9BB0B-C822-6A44-8AD2-3A7FC765FA4B}" type="datetimeFigureOut">
              <a:rPr lang="en-US" smtClean="0"/>
              <a:t>12/1/22</a:t>
            </a:fld>
            <a:endParaRPr lang="en-US"/>
          </a:p>
        </p:txBody>
      </p:sp>
      <p:sp>
        <p:nvSpPr>
          <p:cNvPr id="5" name="Footer Placeholder 4">
            <a:extLst>
              <a:ext uri="{FF2B5EF4-FFF2-40B4-BE49-F238E27FC236}">
                <a16:creationId xmlns:a16="http://schemas.microsoft.com/office/drawing/2014/main" id="{D0DA489E-8B6D-E672-E2D5-2A7F2C67B0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C9AEF4-D708-F232-D5EE-7923EBC87956}"/>
              </a:ext>
            </a:extLst>
          </p:cNvPr>
          <p:cNvSpPr>
            <a:spLocks noGrp="1"/>
          </p:cNvSpPr>
          <p:nvPr>
            <p:ph type="sldNum" sz="quarter" idx="12"/>
          </p:nvPr>
        </p:nvSpPr>
        <p:spPr/>
        <p:txBody>
          <a:bodyPr/>
          <a:lstStyle/>
          <a:p>
            <a:fld id="{49D78E38-6C86-DB44-9B21-F0786AE0BD46}" type="slidenum">
              <a:rPr lang="en-US" smtClean="0"/>
              <a:t>‹#›</a:t>
            </a:fld>
            <a:endParaRPr lang="en-US"/>
          </a:p>
        </p:txBody>
      </p:sp>
    </p:spTree>
    <p:extLst>
      <p:ext uri="{BB962C8B-B14F-4D97-AF65-F5344CB8AC3E}">
        <p14:creationId xmlns:p14="http://schemas.microsoft.com/office/powerpoint/2010/main" val="2809134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19C08-D375-DA3D-8C2E-0628C19122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1A4A82-FC36-DBE7-88A3-13628FF2E1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FA829D-2C2B-0BB8-B57D-C03D2B29404B}"/>
              </a:ext>
            </a:extLst>
          </p:cNvPr>
          <p:cNvSpPr>
            <a:spLocks noGrp="1"/>
          </p:cNvSpPr>
          <p:nvPr>
            <p:ph type="dt" sz="half" idx="10"/>
          </p:nvPr>
        </p:nvSpPr>
        <p:spPr/>
        <p:txBody>
          <a:bodyPr/>
          <a:lstStyle/>
          <a:p>
            <a:fld id="{D2F9BB0B-C822-6A44-8AD2-3A7FC765FA4B}" type="datetimeFigureOut">
              <a:rPr lang="en-US" smtClean="0"/>
              <a:t>12/1/22</a:t>
            </a:fld>
            <a:endParaRPr lang="en-US"/>
          </a:p>
        </p:txBody>
      </p:sp>
      <p:sp>
        <p:nvSpPr>
          <p:cNvPr id="5" name="Footer Placeholder 4">
            <a:extLst>
              <a:ext uri="{FF2B5EF4-FFF2-40B4-BE49-F238E27FC236}">
                <a16:creationId xmlns:a16="http://schemas.microsoft.com/office/drawing/2014/main" id="{61CC79F4-8883-4D93-6CDC-9DE7368EE2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ACB7A8-8B01-EE55-D6F1-4ACD3F91AA64}"/>
              </a:ext>
            </a:extLst>
          </p:cNvPr>
          <p:cNvSpPr>
            <a:spLocks noGrp="1"/>
          </p:cNvSpPr>
          <p:nvPr>
            <p:ph type="sldNum" sz="quarter" idx="12"/>
          </p:nvPr>
        </p:nvSpPr>
        <p:spPr/>
        <p:txBody>
          <a:bodyPr/>
          <a:lstStyle/>
          <a:p>
            <a:fld id="{49D78E38-6C86-DB44-9B21-F0786AE0BD46}" type="slidenum">
              <a:rPr lang="en-US" smtClean="0"/>
              <a:t>‹#›</a:t>
            </a:fld>
            <a:endParaRPr lang="en-US"/>
          </a:p>
        </p:txBody>
      </p:sp>
    </p:spTree>
    <p:extLst>
      <p:ext uri="{BB962C8B-B14F-4D97-AF65-F5344CB8AC3E}">
        <p14:creationId xmlns:p14="http://schemas.microsoft.com/office/powerpoint/2010/main" val="759766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8BBA8-3DB5-AB56-C9F6-0BE5D80911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1FA3B49-0BA2-B7BA-2DA1-3CD2B4B1F6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E4956B-9AB3-AFF3-996A-DDA611EDAF62}"/>
              </a:ext>
            </a:extLst>
          </p:cNvPr>
          <p:cNvSpPr>
            <a:spLocks noGrp="1"/>
          </p:cNvSpPr>
          <p:nvPr>
            <p:ph type="dt" sz="half" idx="10"/>
          </p:nvPr>
        </p:nvSpPr>
        <p:spPr/>
        <p:txBody>
          <a:bodyPr/>
          <a:lstStyle/>
          <a:p>
            <a:fld id="{D2F9BB0B-C822-6A44-8AD2-3A7FC765FA4B}" type="datetimeFigureOut">
              <a:rPr lang="en-US" smtClean="0"/>
              <a:t>12/1/22</a:t>
            </a:fld>
            <a:endParaRPr lang="en-US"/>
          </a:p>
        </p:txBody>
      </p:sp>
      <p:sp>
        <p:nvSpPr>
          <p:cNvPr id="5" name="Footer Placeholder 4">
            <a:extLst>
              <a:ext uri="{FF2B5EF4-FFF2-40B4-BE49-F238E27FC236}">
                <a16:creationId xmlns:a16="http://schemas.microsoft.com/office/drawing/2014/main" id="{A062C2B0-F6DE-CD7D-1F38-38741E50C6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E281F5-1F13-8A8B-94B6-A3401850D6C2}"/>
              </a:ext>
            </a:extLst>
          </p:cNvPr>
          <p:cNvSpPr>
            <a:spLocks noGrp="1"/>
          </p:cNvSpPr>
          <p:nvPr>
            <p:ph type="sldNum" sz="quarter" idx="12"/>
          </p:nvPr>
        </p:nvSpPr>
        <p:spPr/>
        <p:txBody>
          <a:bodyPr/>
          <a:lstStyle/>
          <a:p>
            <a:fld id="{49D78E38-6C86-DB44-9B21-F0786AE0BD46}" type="slidenum">
              <a:rPr lang="en-US" smtClean="0"/>
              <a:t>‹#›</a:t>
            </a:fld>
            <a:endParaRPr lang="en-US"/>
          </a:p>
        </p:txBody>
      </p:sp>
    </p:spTree>
    <p:extLst>
      <p:ext uri="{BB962C8B-B14F-4D97-AF65-F5344CB8AC3E}">
        <p14:creationId xmlns:p14="http://schemas.microsoft.com/office/powerpoint/2010/main" val="1606547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3F0EF-C579-DFEA-2FDD-CDF719B037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D4E637-0AA4-2288-9DC4-82ADAA8E52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A4B97D-377E-AD57-8B46-0733EA0C62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9F001B-BB9D-54FE-A3FC-A7069F1BA06F}"/>
              </a:ext>
            </a:extLst>
          </p:cNvPr>
          <p:cNvSpPr>
            <a:spLocks noGrp="1"/>
          </p:cNvSpPr>
          <p:nvPr>
            <p:ph type="dt" sz="half" idx="10"/>
          </p:nvPr>
        </p:nvSpPr>
        <p:spPr/>
        <p:txBody>
          <a:bodyPr/>
          <a:lstStyle/>
          <a:p>
            <a:fld id="{D2F9BB0B-C822-6A44-8AD2-3A7FC765FA4B}" type="datetimeFigureOut">
              <a:rPr lang="en-US" smtClean="0"/>
              <a:t>12/1/22</a:t>
            </a:fld>
            <a:endParaRPr lang="en-US"/>
          </a:p>
        </p:txBody>
      </p:sp>
      <p:sp>
        <p:nvSpPr>
          <p:cNvPr id="6" name="Footer Placeholder 5">
            <a:extLst>
              <a:ext uri="{FF2B5EF4-FFF2-40B4-BE49-F238E27FC236}">
                <a16:creationId xmlns:a16="http://schemas.microsoft.com/office/drawing/2014/main" id="{F1EF495B-437F-98B0-E5C3-A7059B39BF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8DF003-42E6-3F68-679B-ED25ED268787}"/>
              </a:ext>
            </a:extLst>
          </p:cNvPr>
          <p:cNvSpPr>
            <a:spLocks noGrp="1"/>
          </p:cNvSpPr>
          <p:nvPr>
            <p:ph type="sldNum" sz="quarter" idx="12"/>
          </p:nvPr>
        </p:nvSpPr>
        <p:spPr/>
        <p:txBody>
          <a:bodyPr/>
          <a:lstStyle/>
          <a:p>
            <a:fld id="{49D78E38-6C86-DB44-9B21-F0786AE0BD46}" type="slidenum">
              <a:rPr lang="en-US" smtClean="0"/>
              <a:t>‹#›</a:t>
            </a:fld>
            <a:endParaRPr lang="en-US"/>
          </a:p>
        </p:txBody>
      </p:sp>
    </p:spTree>
    <p:extLst>
      <p:ext uri="{BB962C8B-B14F-4D97-AF65-F5344CB8AC3E}">
        <p14:creationId xmlns:p14="http://schemas.microsoft.com/office/powerpoint/2010/main" val="3719130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28997-89DC-9016-8D3C-5379EA22160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8B24CB-DCC8-EC60-6B4D-02CBC2D2EA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993317-15DD-7F6F-D3AC-014E92CCF0C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BE53DE3-067D-05FB-8406-1F7689B8AB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2CFC6D-9D2B-988C-0F4B-CCDD9FE717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633894C-3F97-140D-66F9-1F54DB742E12}"/>
              </a:ext>
            </a:extLst>
          </p:cNvPr>
          <p:cNvSpPr>
            <a:spLocks noGrp="1"/>
          </p:cNvSpPr>
          <p:nvPr>
            <p:ph type="dt" sz="half" idx="10"/>
          </p:nvPr>
        </p:nvSpPr>
        <p:spPr/>
        <p:txBody>
          <a:bodyPr/>
          <a:lstStyle/>
          <a:p>
            <a:fld id="{D2F9BB0B-C822-6A44-8AD2-3A7FC765FA4B}" type="datetimeFigureOut">
              <a:rPr lang="en-US" smtClean="0"/>
              <a:t>12/1/22</a:t>
            </a:fld>
            <a:endParaRPr lang="en-US"/>
          </a:p>
        </p:txBody>
      </p:sp>
      <p:sp>
        <p:nvSpPr>
          <p:cNvPr id="8" name="Footer Placeholder 7">
            <a:extLst>
              <a:ext uri="{FF2B5EF4-FFF2-40B4-BE49-F238E27FC236}">
                <a16:creationId xmlns:a16="http://schemas.microsoft.com/office/drawing/2014/main" id="{58514817-EEF9-6F16-7A76-B3A14FF873C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8B23F-1A98-DE2F-38F2-89CAC97E3FA7}"/>
              </a:ext>
            </a:extLst>
          </p:cNvPr>
          <p:cNvSpPr>
            <a:spLocks noGrp="1"/>
          </p:cNvSpPr>
          <p:nvPr>
            <p:ph type="sldNum" sz="quarter" idx="12"/>
          </p:nvPr>
        </p:nvSpPr>
        <p:spPr/>
        <p:txBody>
          <a:bodyPr/>
          <a:lstStyle/>
          <a:p>
            <a:fld id="{49D78E38-6C86-DB44-9B21-F0786AE0BD46}" type="slidenum">
              <a:rPr lang="en-US" smtClean="0"/>
              <a:t>‹#›</a:t>
            </a:fld>
            <a:endParaRPr lang="en-US"/>
          </a:p>
        </p:txBody>
      </p:sp>
    </p:spTree>
    <p:extLst>
      <p:ext uri="{BB962C8B-B14F-4D97-AF65-F5344CB8AC3E}">
        <p14:creationId xmlns:p14="http://schemas.microsoft.com/office/powerpoint/2010/main" val="3301957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03172-FF80-3E25-65BD-61983960878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04E67F1-8230-B926-8E46-45FAFF68D62B}"/>
              </a:ext>
            </a:extLst>
          </p:cNvPr>
          <p:cNvSpPr>
            <a:spLocks noGrp="1"/>
          </p:cNvSpPr>
          <p:nvPr>
            <p:ph type="dt" sz="half" idx="10"/>
          </p:nvPr>
        </p:nvSpPr>
        <p:spPr/>
        <p:txBody>
          <a:bodyPr/>
          <a:lstStyle/>
          <a:p>
            <a:fld id="{D2F9BB0B-C822-6A44-8AD2-3A7FC765FA4B}" type="datetimeFigureOut">
              <a:rPr lang="en-US" smtClean="0"/>
              <a:t>12/1/22</a:t>
            </a:fld>
            <a:endParaRPr lang="en-US"/>
          </a:p>
        </p:txBody>
      </p:sp>
      <p:sp>
        <p:nvSpPr>
          <p:cNvPr id="4" name="Footer Placeholder 3">
            <a:extLst>
              <a:ext uri="{FF2B5EF4-FFF2-40B4-BE49-F238E27FC236}">
                <a16:creationId xmlns:a16="http://schemas.microsoft.com/office/drawing/2014/main" id="{1D182763-9BAA-1DEE-85CA-7468ED264F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66239FF-7F30-2A62-B858-B61E872BAB6C}"/>
              </a:ext>
            </a:extLst>
          </p:cNvPr>
          <p:cNvSpPr>
            <a:spLocks noGrp="1"/>
          </p:cNvSpPr>
          <p:nvPr>
            <p:ph type="sldNum" sz="quarter" idx="12"/>
          </p:nvPr>
        </p:nvSpPr>
        <p:spPr/>
        <p:txBody>
          <a:bodyPr/>
          <a:lstStyle/>
          <a:p>
            <a:fld id="{49D78E38-6C86-DB44-9B21-F0786AE0BD46}" type="slidenum">
              <a:rPr lang="en-US" smtClean="0"/>
              <a:t>‹#›</a:t>
            </a:fld>
            <a:endParaRPr lang="en-US"/>
          </a:p>
        </p:txBody>
      </p:sp>
    </p:spTree>
    <p:extLst>
      <p:ext uri="{BB962C8B-B14F-4D97-AF65-F5344CB8AC3E}">
        <p14:creationId xmlns:p14="http://schemas.microsoft.com/office/powerpoint/2010/main" val="3050525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64812D-6D13-55B1-F9D9-DC5A3DC6E12A}"/>
              </a:ext>
            </a:extLst>
          </p:cNvPr>
          <p:cNvSpPr>
            <a:spLocks noGrp="1"/>
          </p:cNvSpPr>
          <p:nvPr>
            <p:ph type="dt" sz="half" idx="10"/>
          </p:nvPr>
        </p:nvSpPr>
        <p:spPr/>
        <p:txBody>
          <a:bodyPr/>
          <a:lstStyle/>
          <a:p>
            <a:fld id="{D2F9BB0B-C822-6A44-8AD2-3A7FC765FA4B}" type="datetimeFigureOut">
              <a:rPr lang="en-US" smtClean="0"/>
              <a:t>12/1/22</a:t>
            </a:fld>
            <a:endParaRPr lang="en-US"/>
          </a:p>
        </p:txBody>
      </p:sp>
      <p:sp>
        <p:nvSpPr>
          <p:cNvPr id="3" name="Footer Placeholder 2">
            <a:extLst>
              <a:ext uri="{FF2B5EF4-FFF2-40B4-BE49-F238E27FC236}">
                <a16:creationId xmlns:a16="http://schemas.microsoft.com/office/drawing/2014/main" id="{EECD44B7-E9F2-2D30-DF71-A081CCCF66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6D711FE-4667-16AF-0E32-3B327338845B}"/>
              </a:ext>
            </a:extLst>
          </p:cNvPr>
          <p:cNvSpPr>
            <a:spLocks noGrp="1"/>
          </p:cNvSpPr>
          <p:nvPr>
            <p:ph type="sldNum" sz="quarter" idx="12"/>
          </p:nvPr>
        </p:nvSpPr>
        <p:spPr/>
        <p:txBody>
          <a:bodyPr/>
          <a:lstStyle/>
          <a:p>
            <a:fld id="{49D78E38-6C86-DB44-9B21-F0786AE0BD46}" type="slidenum">
              <a:rPr lang="en-US" smtClean="0"/>
              <a:t>‹#›</a:t>
            </a:fld>
            <a:endParaRPr lang="en-US"/>
          </a:p>
        </p:txBody>
      </p:sp>
    </p:spTree>
    <p:extLst>
      <p:ext uri="{BB962C8B-B14F-4D97-AF65-F5344CB8AC3E}">
        <p14:creationId xmlns:p14="http://schemas.microsoft.com/office/powerpoint/2010/main" val="1731727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36B26-5504-2FC2-AD37-B9D99F624C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2DCDB4-7135-AF99-B603-7236C6899D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B29290-C2F9-53B2-E9B4-7E273D4977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4C3FC1-6066-E058-CB1F-D51A0B263420}"/>
              </a:ext>
            </a:extLst>
          </p:cNvPr>
          <p:cNvSpPr>
            <a:spLocks noGrp="1"/>
          </p:cNvSpPr>
          <p:nvPr>
            <p:ph type="dt" sz="half" idx="10"/>
          </p:nvPr>
        </p:nvSpPr>
        <p:spPr/>
        <p:txBody>
          <a:bodyPr/>
          <a:lstStyle/>
          <a:p>
            <a:fld id="{D2F9BB0B-C822-6A44-8AD2-3A7FC765FA4B}" type="datetimeFigureOut">
              <a:rPr lang="en-US" smtClean="0"/>
              <a:t>12/1/22</a:t>
            </a:fld>
            <a:endParaRPr lang="en-US"/>
          </a:p>
        </p:txBody>
      </p:sp>
      <p:sp>
        <p:nvSpPr>
          <p:cNvPr id="6" name="Footer Placeholder 5">
            <a:extLst>
              <a:ext uri="{FF2B5EF4-FFF2-40B4-BE49-F238E27FC236}">
                <a16:creationId xmlns:a16="http://schemas.microsoft.com/office/drawing/2014/main" id="{29F42973-F5F3-98A1-75A1-666FEAD7EB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C74271-2DC2-0AB7-18A3-8F1023466F1B}"/>
              </a:ext>
            </a:extLst>
          </p:cNvPr>
          <p:cNvSpPr>
            <a:spLocks noGrp="1"/>
          </p:cNvSpPr>
          <p:nvPr>
            <p:ph type="sldNum" sz="quarter" idx="12"/>
          </p:nvPr>
        </p:nvSpPr>
        <p:spPr/>
        <p:txBody>
          <a:bodyPr/>
          <a:lstStyle/>
          <a:p>
            <a:fld id="{49D78E38-6C86-DB44-9B21-F0786AE0BD46}" type="slidenum">
              <a:rPr lang="en-US" smtClean="0"/>
              <a:t>‹#›</a:t>
            </a:fld>
            <a:endParaRPr lang="en-US"/>
          </a:p>
        </p:txBody>
      </p:sp>
    </p:spTree>
    <p:extLst>
      <p:ext uri="{BB962C8B-B14F-4D97-AF65-F5344CB8AC3E}">
        <p14:creationId xmlns:p14="http://schemas.microsoft.com/office/powerpoint/2010/main" val="3693621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5E20E-6AB2-B272-C9FA-C1EA9D669F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E250F8-814D-E851-B457-2E5D78B93B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0A1A85-9A7A-B10D-90E9-8446BE2E53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8B6B0F-4E4C-8627-C408-F59060534820}"/>
              </a:ext>
            </a:extLst>
          </p:cNvPr>
          <p:cNvSpPr>
            <a:spLocks noGrp="1"/>
          </p:cNvSpPr>
          <p:nvPr>
            <p:ph type="dt" sz="half" idx="10"/>
          </p:nvPr>
        </p:nvSpPr>
        <p:spPr/>
        <p:txBody>
          <a:bodyPr/>
          <a:lstStyle/>
          <a:p>
            <a:fld id="{D2F9BB0B-C822-6A44-8AD2-3A7FC765FA4B}" type="datetimeFigureOut">
              <a:rPr lang="en-US" smtClean="0"/>
              <a:t>12/1/22</a:t>
            </a:fld>
            <a:endParaRPr lang="en-US"/>
          </a:p>
        </p:txBody>
      </p:sp>
      <p:sp>
        <p:nvSpPr>
          <p:cNvPr id="6" name="Footer Placeholder 5">
            <a:extLst>
              <a:ext uri="{FF2B5EF4-FFF2-40B4-BE49-F238E27FC236}">
                <a16:creationId xmlns:a16="http://schemas.microsoft.com/office/drawing/2014/main" id="{20683650-3EE3-CEF7-06E2-D3CE5ECB38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742723-9C4C-B0C1-94E4-2EC66C7C77D0}"/>
              </a:ext>
            </a:extLst>
          </p:cNvPr>
          <p:cNvSpPr>
            <a:spLocks noGrp="1"/>
          </p:cNvSpPr>
          <p:nvPr>
            <p:ph type="sldNum" sz="quarter" idx="12"/>
          </p:nvPr>
        </p:nvSpPr>
        <p:spPr/>
        <p:txBody>
          <a:bodyPr/>
          <a:lstStyle/>
          <a:p>
            <a:fld id="{49D78E38-6C86-DB44-9B21-F0786AE0BD46}" type="slidenum">
              <a:rPr lang="en-US" smtClean="0"/>
              <a:t>‹#›</a:t>
            </a:fld>
            <a:endParaRPr lang="en-US"/>
          </a:p>
        </p:txBody>
      </p:sp>
    </p:spTree>
    <p:extLst>
      <p:ext uri="{BB962C8B-B14F-4D97-AF65-F5344CB8AC3E}">
        <p14:creationId xmlns:p14="http://schemas.microsoft.com/office/powerpoint/2010/main" val="2545460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B5372-75A7-67CC-D4C6-F21DD968EF6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E01C13D-50AF-ADEE-1FB6-A135C56D94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C35A7E-7B88-FE0C-CA34-D68A9929B0D3}"/>
              </a:ext>
            </a:extLst>
          </p:cNvPr>
          <p:cNvSpPr>
            <a:spLocks noGrp="1"/>
          </p:cNvSpPr>
          <p:nvPr>
            <p:ph type="dt" sz="half" idx="10"/>
          </p:nvPr>
        </p:nvSpPr>
        <p:spPr/>
        <p:txBody>
          <a:bodyPr/>
          <a:lstStyle/>
          <a:p>
            <a:fld id="{D2F9BB0B-C822-6A44-8AD2-3A7FC765FA4B}" type="datetimeFigureOut">
              <a:rPr lang="en-US" smtClean="0"/>
              <a:t>12/1/22</a:t>
            </a:fld>
            <a:endParaRPr lang="en-US"/>
          </a:p>
        </p:txBody>
      </p:sp>
      <p:sp>
        <p:nvSpPr>
          <p:cNvPr id="5" name="Footer Placeholder 4">
            <a:extLst>
              <a:ext uri="{FF2B5EF4-FFF2-40B4-BE49-F238E27FC236}">
                <a16:creationId xmlns:a16="http://schemas.microsoft.com/office/drawing/2014/main" id="{1B9F1B6F-63A7-B6CA-1D8D-170B230873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5E35D7-A0B1-0B58-8B8F-8629572596C1}"/>
              </a:ext>
            </a:extLst>
          </p:cNvPr>
          <p:cNvSpPr>
            <a:spLocks noGrp="1"/>
          </p:cNvSpPr>
          <p:nvPr>
            <p:ph type="sldNum" sz="quarter" idx="12"/>
          </p:nvPr>
        </p:nvSpPr>
        <p:spPr/>
        <p:txBody>
          <a:bodyPr/>
          <a:lstStyle/>
          <a:p>
            <a:fld id="{49D78E38-6C86-DB44-9B21-F0786AE0BD46}" type="slidenum">
              <a:rPr lang="en-US" smtClean="0"/>
              <a:t>‹#›</a:t>
            </a:fld>
            <a:endParaRPr lang="en-US"/>
          </a:p>
        </p:txBody>
      </p:sp>
    </p:spTree>
    <p:extLst>
      <p:ext uri="{BB962C8B-B14F-4D97-AF65-F5344CB8AC3E}">
        <p14:creationId xmlns:p14="http://schemas.microsoft.com/office/powerpoint/2010/main" val="407364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4BFC0E-EAAD-0612-1E7F-3274059F86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8E17922-DAC3-4FC8-DC36-E5BDF2DE2E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7DFB63-9376-AC37-A670-D7F2704987A5}"/>
              </a:ext>
            </a:extLst>
          </p:cNvPr>
          <p:cNvSpPr>
            <a:spLocks noGrp="1"/>
          </p:cNvSpPr>
          <p:nvPr>
            <p:ph type="dt" sz="half" idx="10"/>
          </p:nvPr>
        </p:nvSpPr>
        <p:spPr/>
        <p:txBody>
          <a:bodyPr/>
          <a:lstStyle/>
          <a:p>
            <a:fld id="{D2F9BB0B-C822-6A44-8AD2-3A7FC765FA4B}" type="datetimeFigureOut">
              <a:rPr lang="en-US" smtClean="0"/>
              <a:t>12/1/22</a:t>
            </a:fld>
            <a:endParaRPr lang="en-US"/>
          </a:p>
        </p:txBody>
      </p:sp>
      <p:sp>
        <p:nvSpPr>
          <p:cNvPr id="5" name="Footer Placeholder 4">
            <a:extLst>
              <a:ext uri="{FF2B5EF4-FFF2-40B4-BE49-F238E27FC236}">
                <a16:creationId xmlns:a16="http://schemas.microsoft.com/office/drawing/2014/main" id="{937EA01C-4AC5-7953-693A-5DC5E02A6B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1B67B-C2DF-969A-AFDF-4DB9CA73C3A6}"/>
              </a:ext>
            </a:extLst>
          </p:cNvPr>
          <p:cNvSpPr>
            <a:spLocks noGrp="1"/>
          </p:cNvSpPr>
          <p:nvPr>
            <p:ph type="sldNum" sz="quarter" idx="12"/>
          </p:nvPr>
        </p:nvSpPr>
        <p:spPr/>
        <p:txBody>
          <a:bodyPr/>
          <a:lstStyle/>
          <a:p>
            <a:fld id="{49D78E38-6C86-DB44-9B21-F0786AE0BD46}" type="slidenum">
              <a:rPr lang="en-US" smtClean="0"/>
              <a:t>‹#›</a:t>
            </a:fld>
            <a:endParaRPr lang="en-US"/>
          </a:p>
        </p:txBody>
      </p:sp>
    </p:spTree>
    <p:extLst>
      <p:ext uri="{BB962C8B-B14F-4D97-AF65-F5344CB8AC3E}">
        <p14:creationId xmlns:p14="http://schemas.microsoft.com/office/powerpoint/2010/main" val="1624606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18A660-6023-AC9F-98B9-86BDA2AEFC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9BDAF5C-4AF2-D32E-4C90-73ACAE6277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CF8BABF-BAD2-971C-EDE1-DBC7DC1045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F9BB0B-C822-6A44-8AD2-3A7FC765FA4B}" type="datetimeFigureOut">
              <a:rPr lang="en-US" smtClean="0"/>
              <a:t>12/1/22</a:t>
            </a:fld>
            <a:endParaRPr lang="en-US"/>
          </a:p>
        </p:txBody>
      </p:sp>
      <p:sp>
        <p:nvSpPr>
          <p:cNvPr id="5" name="Footer Placeholder 4">
            <a:extLst>
              <a:ext uri="{FF2B5EF4-FFF2-40B4-BE49-F238E27FC236}">
                <a16:creationId xmlns:a16="http://schemas.microsoft.com/office/drawing/2014/main" id="{72AE73B8-05D9-AB8E-1E65-4BC2F794C3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6F90D08-2DFC-18AC-D928-36A2821BDD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D78E38-6C86-DB44-9B21-F0786AE0BD46}" type="slidenum">
              <a:rPr lang="en-US" smtClean="0"/>
              <a:t>‹#›</a:t>
            </a:fld>
            <a:endParaRPr lang="en-US"/>
          </a:p>
        </p:txBody>
      </p:sp>
    </p:spTree>
    <p:extLst>
      <p:ext uri="{BB962C8B-B14F-4D97-AF65-F5344CB8AC3E}">
        <p14:creationId xmlns:p14="http://schemas.microsoft.com/office/powerpoint/2010/main" val="19191646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C00000"/>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34255-7660-62DB-8A24-B3E6A0F473A1}"/>
              </a:ext>
            </a:extLst>
          </p:cNvPr>
          <p:cNvSpPr>
            <a:spLocks noGrp="1"/>
          </p:cNvSpPr>
          <p:nvPr>
            <p:ph type="ctrTitle"/>
          </p:nvPr>
        </p:nvSpPr>
        <p:spPr/>
        <p:txBody>
          <a:bodyPr/>
          <a:lstStyle/>
          <a:p>
            <a:r>
              <a:rPr lang="en-US" dirty="0"/>
              <a:t>Data Day 2</a:t>
            </a:r>
          </a:p>
        </p:txBody>
      </p:sp>
      <p:sp>
        <p:nvSpPr>
          <p:cNvPr id="3" name="Subtitle 2">
            <a:extLst>
              <a:ext uri="{FF2B5EF4-FFF2-40B4-BE49-F238E27FC236}">
                <a16:creationId xmlns:a16="http://schemas.microsoft.com/office/drawing/2014/main" id="{4BDAA1F2-A606-AE32-E90B-CC03486EF4EC}"/>
              </a:ext>
            </a:extLst>
          </p:cNvPr>
          <p:cNvSpPr>
            <a:spLocks noGrp="1"/>
          </p:cNvSpPr>
          <p:nvPr>
            <p:ph type="subTitle" idx="1"/>
          </p:nvPr>
        </p:nvSpPr>
        <p:spPr/>
        <p:txBody>
          <a:bodyPr/>
          <a:lstStyle/>
          <a:p>
            <a:r>
              <a:rPr lang="en-US" dirty="0"/>
              <a:t>Amber’s Data</a:t>
            </a:r>
          </a:p>
        </p:txBody>
      </p:sp>
    </p:spTree>
    <p:extLst>
      <p:ext uri="{BB962C8B-B14F-4D97-AF65-F5344CB8AC3E}">
        <p14:creationId xmlns:p14="http://schemas.microsoft.com/office/powerpoint/2010/main" val="2975327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34C47-DA69-7DFC-AE49-F65DCF16614B}"/>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A60843DC-EBB6-ACB3-6673-59B5C55BF373}"/>
              </a:ext>
            </a:extLst>
          </p:cNvPr>
          <p:cNvSpPr>
            <a:spLocks noGrp="1"/>
          </p:cNvSpPr>
          <p:nvPr>
            <p:ph idx="1"/>
          </p:nvPr>
        </p:nvSpPr>
        <p:spPr/>
        <p:txBody>
          <a:bodyPr>
            <a:normAutofit lnSpcReduction="10000"/>
          </a:bodyPr>
          <a:lstStyle/>
          <a:p>
            <a:r>
              <a:rPr lang="en-US" sz="3200" dirty="0">
                <a:effectLst/>
                <a:latin typeface="Arial" panose="020B0604020202020204" pitchFamily="34" charset="0"/>
                <a:ea typeface="Cambria" panose="02040503050406030204" pitchFamily="18" charset="0"/>
              </a:rPr>
              <a:t>The current study aims to investigate the degree to which expectations can influence episodic recall in both children and adults, and to explore if the degree of that influence differs across age groups.</a:t>
            </a:r>
          </a:p>
          <a:p>
            <a:endParaRPr lang="en-US" sz="3200" dirty="0">
              <a:effectLst/>
              <a:latin typeface="Arial" panose="020B0604020202020204" pitchFamily="34" charset="0"/>
              <a:ea typeface="Cambria" panose="02040503050406030204" pitchFamily="18" charset="0"/>
            </a:endParaRPr>
          </a:p>
          <a:p>
            <a:r>
              <a:rPr lang="en-US" sz="3200" dirty="0">
                <a:effectLst/>
                <a:latin typeface="Arial" panose="020B0604020202020204" pitchFamily="34" charset="0"/>
                <a:ea typeface="Cambria" panose="02040503050406030204" pitchFamily="18" charset="0"/>
              </a:rPr>
              <a:t>We hypothesize that both children and adults would perform better at remembering information that they have prior expectations for compared to information with no expectations, and that they would be most accurate in recalling information that violates their expectation. </a:t>
            </a:r>
            <a:endParaRPr lang="en-US" sz="3200" dirty="0"/>
          </a:p>
        </p:txBody>
      </p:sp>
    </p:spTree>
    <p:extLst>
      <p:ext uri="{BB962C8B-B14F-4D97-AF65-F5344CB8AC3E}">
        <p14:creationId xmlns:p14="http://schemas.microsoft.com/office/powerpoint/2010/main" val="382841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BF4CB-C82C-D672-E27D-0AEBFC57DA87}"/>
              </a:ext>
            </a:extLst>
          </p:cNvPr>
          <p:cNvSpPr>
            <a:spLocks noGrp="1"/>
          </p:cNvSpPr>
          <p:nvPr>
            <p:ph type="title"/>
          </p:nvPr>
        </p:nvSpPr>
        <p:spPr/>
        <p:txBody>
          <a:bodyPr/>
          <a:lstStyle/>
          <a:p>
            <a:r>
              <a:rPr lang="en-US" dirty="0"/>
              <a:t>Design</a:t>
            </a:r>
          </a:p>
        </p:txBody>
      </p:sp>
      <p:sp>
        <p:nvSpPr>
          <p:cNvPr id="3" name="Content Placeholder 2">
            <a:extLst>
              <a:ext uri="{FF2B5EF4-FFF2-40B4-BE49-F238E27FC236}">
                <a16:creationId xmlns:a16="http://schemas.microsoft.com/office/drawing/2014/main" id="{3F538C20-DE23-C426-CEED-98D695669E6C}"/>
              </a:ext>
            </a:extLst>
          </p:cNvPr>
          <p:cNvSpPr>
            <a:spLocks noGrp="1"/>
          </p:cNvSpPr>
          <p:nvPr>
            <p:ph idx="1"/>
          </p:nvPr>
        </p:nvSpPr>
        <p:spPr/>
        <p:txBody>
          <a:bodyPr/>
          <a:lstStyle/>
          <a:p>
            <a:r>
              <a:rPr lang="en-US" sz="3200" dirty="0"/>
              <a:t>Within-subjects</a:t>
            </a:r>
          </a:p>
          <a:p>
            <a:endParaRPr lang="en-US" dirty="0"/>
          </a:p>
          <a:p>
            <a:r>
              <a:rPr lang="en-US" sz="3200" dirty="0">
                <a:effectLst/>
                <a:latin typeface="Arial" panose="020B0604020202020204" pitchFamily="34" charset="0"/>
                <a:ea typeface="Cambria" panose="02040503050406030204" pitchFamily="18" charset="0"/>
              </a:rPr>
              <a:t>We vary the color in which objects with strong expected colors are presented. Four conditions: expected color (“strong expected match”), color 1 standard deviation away from the expected color (“weak mismatch”), a color outside the expected category (2 SD away from the expected color, “strong mismatch”), no match.</a:t>
            </a:r>
            <a:r>
              <a:rPr lang="en-US" sz="3200" dirty="0">
                <a:effectLst/>
              </a:rPr>
              <a:t> </a:t>
            </a:r>
            <a:endParaRPr lang="en-US" sz="3200" dirty="0"/>
          </a:p>
        </p:txBody>
      </p:sp>
    </p:spTree>
    <p:extLst>
      <p:ext uri="{BB962C8B-B14F-4D97-AF65-F5344CB8AC3E}">
        <p14:creationId xmlns:p14="http://schemas.microsoft.com/office/powerpoint/2010/main" val="2583339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11267-B40E-6DAD-2429-F99594D290FF}"/>
              </a:ext>
            </a:extLst>
          </p:cNvPr>
          <p:cNvSpPr>
            <a:spLocks noGrp="1"/>
          </p:cNvSpPr>
          <p:nvPr>
            <p:ph type="title"/>
          </p:nvPr>
        </p:nvSpPr>
        <p:spPr/>
        <p:txBody>
          <a:bodyPr/>
          <a:lstStyle/>
          <a:p>
            <a:r>
              <a:rPr lang="en-US" dirty="0"/>
              <a:t>Outcome Measures</a:t>
            </a:r>
          </a:p>
        </p:txBody>
      </p:sp>
      <p:sp>
        <p:nvSpPr>
          <p:cNvPr id="3" name="Content Placeholder 2">
            <a:extLst>
              <a:ext uri="{FF2B5EF4-FFF2-40B4-BE49-F238E27FC236}">
                <a16:creationId xmlns:a16="http://schemas.microsoft.com/office/drawing/2014/main" id="{2A4C5E18-E90C-FAD7-5F0B-88EE1E55805A}"/>
              </a:ext>
            </a:extLst>
          </p:cNvPr>
          <p:cNvSpPr>
            <a:spLocks noGrp="1"/>
          </p:cNvSpPr>
          <p:nvPr>
            <p:ph idx="1"/>
          </p:nvPr>
        </p:nvSpPr>
        <p:spPr/>
        <p:txBody>
          <a:bodyPr>
            <a:normAutofit lnSpcReduction="10000"/>
          </a:bodyPr>
          <a:lstStyle/>
          <a:p>
            <a:r>
              <a:rPr lang="en-US" sz="3200" dirty="0">
                <a:effectLst/>
                <a:latin typeface="Arial" panose="020B0604020202020204" pitchFamily="34" charset="0"/>
                <a:ea typeface="Cambria" panose="02040503050406030204" pitchFamily="18" charset="0"/>
                <a:cs typeface="Times New Roman" panose="02020603050405020304" pitchFamily="18" charset="0"/>
              </a:rPr>
              <a:t>There are two outcome measures of interest. The first is whether participants recall a color that is within the correct category of the color presented during study phase. This is a binary variable that can only take on two values: yes or no. </a:t>
            </a:r>
          </a:p>
          <a:p>
            <a:endParaRPr lang="en-US" sz="3200" dirty="0">
              <a:effectLst/>
              <a:latin typeface="Arial" panose="020B0604020202020204" pitchFamily="34" charset="0"/>
              <a:ea typeface="Cambria" panose="02040503050406030204" pitchFamily="18" charset="0"/>
              <a:cs typeface="Times New Roman" panose="02020603050405020304" pitchFamily="18" charset="0"/>
            </a:endParaRPr>
          </a:p>
          <a:p>
            <a:r>
              <a:rPr lang="en-US" sz="3200" dirty="0">
                <a:effectLst/>
                <a:latin typeface="Arial" panose="020B0604020202020204" pitchFamily="34" charset="0"/>
                <a:ea typeface="Cambria" panose="02040503050406030204" pitchFamily="18" charset="0"/>
                <a:cs typeface="Times New Roman" panose="02020603050405020304" pitchFamily="18" charset="0"/>
              </a:rPr>
              <a:t>The other outcome measure is the amount of absolute error in recall hue compared to study hue. This will be calculated as the difference between the recall hue value and the study hue value.</a:t>
            </a:r>
            <a:endParaRPr lang="en-US" sz="3200" dirty="0">
              <a:effectLst/>
              <a:latin typeface="Cambria" panose="02040503050406030204" pitchFamily="18" charset="0"/>
              <a:ea typeface="Cambria" panose="020405030504060302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71921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82211-90CD-32CB-1804-499D06BB0994}"/>
              </a:ext>
            </a:extLst>
          </p:cNvPr>
          <p:cNvSpPr>
            <a:spLocks noGrp="1"/>
          </p:cNvSpPr>
          <p:nvPr>
            <p:ph type="title"/>
          </p:nvPr>
        </p:nvSpPr>
        <p:spPr/>
        <p:txBody>
          <a:bodyPr/>
          <a:lstStyle/>
          <a:p>
            <a:r>
              <a:rPr lang="en-US" dirty="0"/>
              <a:t>Hypothesis</a:t>
            </a:r>
          </a:p>
        </p:txBody>
      </p:sp>
      <p:sp>
        <p:nvSpPr>
          <p:cNvPr id="3" name="Content Placeholder 2">
            <a:extLst>
              <a:ext uri="{FF2B5EF4-FFF2-40B4-BE49-F238E27FC236}">
                <a16:creationId xmlns:a16="http://schemas.microsoft.com/office/drawing/2014/main" id="{647811E9-2ED9-8B15-2A65-7C8B50E44700}"/>
              </a:ext>
            </a:extLst>
          </p:cNvPr>
          <p:cNvSpPr>
            <a:spLocks noGrp="1"/>
          </p:cNvSpPr>
          <p:nvPr>
            <p:ph idx="1"/>
          </p:nvPr>
        </p:nvSpPr>
        <p:spPr/>
        <p:txBody>
          <a:bodyPr>
            <a:normAutofit/>
          </a:bodyPr>
          <a:lstStyle/>
          <a:p>
            <a:r>
              <a:rPr lang="en-US" sz="3200" dirty="0">
                <a:effectLst/>
                <a:latin typeface="Arial" panose="020B0604020202020204" pitchFamily="34" charset="0"/>
                <a:ea typeface="Cambria" panose="02040503050406030204" pitchFamily="18" charset="0"/>
              </a:rPr>
              <a:t>We hypothesize that participants will perform better at remembering the colors of objects that they have prior expectations for compared to no-match pairs. </a:t>
            </a:r>
            <a:endParaRPr lang="en-US" sz="3200" dirty="0"/>
          </a:p>
        </p:txBody>
      </p:sp>
    </p:spTree>
    <p:extLst>
      <p:ext uri="{BB962C8B-B14F-4D97-AF65-F5344CB8AC3E}">
        <p14:creationId xmlns:p14="http://schemas.microsoft.com/office/powerpoint/2010/main" val="266061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Diagram, schematic&#10;&#10;Description automatically generated">
            <a:extLst>
              <a:ext uri="{FF2B5EF4-FFF2-40B4-BE49-F238E27FC236}">
                <a16:creationId xmlns:a16="http://schemas.microsoft.com/office/drawing/2014/main" id="{C44CC6BA-AA15-E531-3EF7-2C2EDAEA426F}"/>
              </a:ext>
            </a:extLst>
          </p:cNvPr>
          <p:cNvPicPr>
            <a:picLocks noGrp="1" noChangeAspect="1"/>
          </p:cNvPicPr>
          <p:nvPr>
            <p:ph idx="1"/>
          </p:nvPr>
        </p:nvPicPr>
        <p:blipFill>
          <a:blip r:embed="rId2"/>
          <a:stretch>
            <a:fillRect/>
          </a:stretch>
        </p:blipFill>
        <p:spPr>
          <a:xfrm rot="5400000">
            <a:off x="2461557" y="-1000361"/>
            <a:ext cx="6463864" cy="8464586"/>
          </a:xfrm>
        </p:spPr>
      </p:pic>
    </p:spTree>
    <p:extLst>
      <p:ext uri="{BB962C8B-B14F-4D97-AF65-F5344CB8AC3E}">
        <p14:creationId xmlns:p14="http://schemas.microsoft.com/office/powerpoint/2010/main" val="3374424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Diagram, schematic&#10;&#10;Description automatically generated">
            <a:extLst>
              <a:ext uri="{FF2B5EF4-FFF2-40B4-BE49-F238E27FC236}">
                <a16:creationId xmlns:a16="http://schemas.microsoft.com/office/drawing/2014/main" id="{C44CC6BA-AA15-E531-3EF7-2C2EDAEA426F}"/>
              </a:ext>
            </a:extLst>
          </p:cNvPr>
          <p:cNvPicPr>
            <a:picLocks noGrp="1" noChangeAspect="1"/>
          </p:cNvPicPr>
          <p:nvPr>
            <p:ph idx="1"/>
          </p:nvPr>
        </p:nvPicPr>
        <p:blipFill>
          <a:blip r:embed="rId2"/>
          <a:stretch>
            <a:fillRect/>
          </a:stretch>
        </p:blipFill>
        <p:spPr>
          <a:xfrm rot="5400000">
            <a:off x="2461557" y="-1000361"/>
            <a:ext cx="6463864" cy="8464586"/>
          </a:xfrm>
        </p:spPr>
      </p:pic>
      <p:sp>
        <p:nvSpPr>
          <p:cNvPr id="2" name="Rectangle 1">
            <a:extLst>
              <a:ext uri="{FF2B5EF4-FFF2-40B4-BE49-F238E27FC236}">
                <a16:creationId xmlns:a16="http://schemas.microsoft.com/office/drawing/2014/main" id="{89141B91-50A6-1CA8-F6A0-52B7315FE7E7}"/>
              </a:ext>
            </a:extLst>
          </p:cNvPr>
          <p:cNvSpPr/>
          <p:nvPr/>
        </p:nvSpPr>
        <p:spPr>
          <a:xfrm>
            <a:off x="5623034" y="767255"/>
            <a:ext cx="1187669" cy="420414"/>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73700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Diagram, schematic&#10;&#10;Description automatically generated">
            <a:extLst>
              <a:ext uri="{FF2B5EF4-FFF2-40B4-BE49-F238E27FC236}">
                <a16:creationId xmlns:a16="http://schemas.microsoft.com/office/drawing/2014/main" id="{C44CC6BA-AA15-E531-3EF7-2C2EDAEA426F}"/>
              </a:ext>
            </a:extLst>
          </p:cNvPr>
          <p:cNvPicPr>
            <a:picLocks noGrp="1" noChangeAspect="1"/>
          </p:cNvPicPr>
          <p:nvPr>
            <p:ph idx="1"/>
          </p:nvPr>
        </p:nvPicPr>
        <p:blipFill>
          <a:blip r:embed="rId2"/>
          <a:stretch>
            <a:fillRect/>
          </a:stretch>
        </p:blipFill>
        <p:spPr>
          <a:xfrm rot="5400000">
            <a:off x="2461557" y="-1000361"/>
            <a:ext cx="6463864" cy="8464586"/>
          </a:xfrm>
        </p:spPr>
      </p:pic>
      <p:sp>
        <p:nvSpPr>
          <p:cNvPr id="2" name="Rectangle 1">
            <a:extLst>
              <a:ext uri="{FF2B5EF4-FFF2-40B4-BE49-F238E27FC236}">
                <a16:creationId xmlns:a16="http://schemas.microsoft.com/office/drawing/2014/main" id="{89141B91-50A6-1CA8-F6A0-52B7315FE7E7}"/>
              </a:ext>
            </a:extLst>
          </p:cNvPr>
          <p:cNvSpPr/>
          <p:nvPr/>
        </p:nvSpPr>
        <p:spPr>
          <a:xfrm>
            <a:off x="5623034" y="767255"/>
            <a:ext cx="1187669" cy="420414"/>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39425575-A24A-9325-0CCE-7E069026EAF8}"/>
              </a:ext>
            </a:extLst>
          </p:cNvPr>
          <p:cNvSpPr/>
          <p:nvPr/>
        </p:nvSpPr>
        <p:spPr>
          <a:xfrm>
            <a:off x="6353504" y="1413641"/>
            <a:ext cx="698938" cy="420414"/>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57116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Diagram, schematic&#10;&#10;Description automatically generated">
            <a:extLst>
              <a:ext uri="{FF2B5EF4-FFF2-40B4-BE49-F238E27FC236}">
                <a16:creationId xmlns:a16="http://schemas.microsoft.com/office/drawing/2014/main" id="{C44CC6BA-AA15-E531-3EF7-2C2EDAEA426F}"/>
              </a:ext>
            </a:extLst>
          </p:cNvPr>
          <p:cNvPicPr>
            <a:picLocks noGrp="1" noChangeAspect="1"/>
          </p:cNvPicPr>
          <p:nvPr>
            <p:ph idx="1"/>
          </p:nvPr>
        </p:nvPicPr>
        <p:blipFill>
          <a:blip r:embed="rId2"/>
          <a:stretch>
            <a:fillRect/>
          </a:stretch>
        </p:blipFill>
        <p:spPr>
          <a:xfrm rot="5400000">
            <a:off x="2461557" y="-1000361"/>
            <a:ext cx="6463864" cy="8464586"/>
          </a:xfrm>
        </p:spPr>
      </p:pic>
      <p:sp>
        <p:nvSpPr>
          <p:cNvPr id="2" name="Rectangle 1">
            <a:extLst>
              <a:ext uri="{FF2B5EF4-FFF2-40B4-BE49-F238E27FC236}">
                <a16:creationId xmlns:a16="http://schemas.microsoft.com/office/drawing/2014/main" id="{89141B91-50A6-1CA8-F6A0-52B7315FE7E7}"/>
              </a:ext>
            </a:extLst>
          </p:cNvPr>
          <p:cNvSpPr/>
          <p:nvPr/>
        </p:nvSpPr>
        <p:spPr>
          <a:xfrm>
            <a:off x="5623034" y="767255"/>
            <a:ext cx="1187669" cy="420414"/>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39425575-A24A-9325-0CCE-7E069026EAF8}"/>
              </a:ext>
            </a:extLst>
          </p:cNvPr>
          <p:cNvSpPr/>
          <p:nvPr/>
        </p:nvSpPr>
        <p:spPr>
          <a:xfrm>
            <a:off x="6353504" y="1413641"/>
            <a:ext cx="698938" cy="420414"/>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EA99E9EA-D018-5172-3B09-DB11A0CC329F}"/>
              </a:ext>
            </a:extLst>
          </p:cNvPr>
          <p:cNvSpPr/>
          <p:nvPr/>
        </p:nvSpPr>
        <p:spPr>
          <a:xfrm>
            <a:off x="5682977" y="2028496"/>
            <a:ext cx="560167" cy="420414"/>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39806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Diagram, schematic&#10;&#10;Description automatically generated">
            <a:extLst>
              <a:ext uri="{FF2B5EF4-FFF2-40B4-BE49-F238E27FC236}">
                <a16:creationId xmlns:a16="http://schemas.microsoft.com/office/drawing/2014/main" id="{C44CC6BA-AA15-E531-3EF7-2C2EDAEA426F}"/>
              </a:ext>
            </a:extLst>
          </p:cNvPr>
          <p:cNvPicPr>
            <a:picLocks noGrp="1" noChangeAspect="1"/>
          </p:cNvPicPr>
          <p:nvPr>
            <p:ph idx="1"/>
          </p:nvPr>
        </p:nvPicPr>
        <p:blipFill>
          <a:blip r:embed="rId2"/>
          <a:stretch>
            <a:fillRect/>
          </a:stretch>
        </p:blipFill>
        <p:spPr>
          <a:xfrm rot="5400000">
            <a:off x="2461557" y="-1000361"/>
            <a:ext cx="6463864" cy="8464586"/>
          </a:xfrm>
        </p:spPr>
      </p:pic>
      <p:sp>
        <p:nvSpPr>
          <p:cNvPr id="2" name="Rectangle 1">
            <a:extLst>
              <a:ext uri="{FF2B5EF4-FFF2-40B4-BE49-F238E27FC236}">
                <a16:creationId xmlns:a16="http://schemas.microsoft.com/office/drawing/2014/main" id="{89141B91-50A6-1CA8-F6A0-52B7315FE7E7}"/>
              </a:ext>
            </a:extLst>
          </p:cNvPr>
          <p:cNvSpPr/>
          <p:nvPr/>
        </p:nvSpPr>
        <p:spPr>
          <a:xfrm>
            <a:off x="5623034" y="767255"/>
            <a:ext cx="1187669" cy="420414"/>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39425575-A24A-9325-0CCE-7E069026EAF8}"/>
              </a:ext>
            </a:extLst>
          </p:cNvPr>
          <p:cNvSpPr/>
          <p:nvPr/>
        </p:nvSpPr>
        <p:spPr>
          <a:xfrm>
            <a:off x="6353504" y="1413641"/>
            <a:ext cx="698938" cy="420414"/>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EA99E9EA-D018-5172-3B09-DB11A0CC329F}"/>
              </a:ext>
            </a:extLst>
          </p:cNvPr>
          <p:cNvSpPr/>
          <p:nvPr/>
        </p:nvSpPr>
        <p:spPr>
          <a:xfrm>
            <a:off x="5682977" y="2028496"/>
            <a:ext cx="560167" cy="420414"/>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5B689ADF-F2DD-EB7C-6D29-4B9738434BC7}"/>
              </a:ext>
            </a:extLst>
          </p:cNvPr>
          <p:cNvSpPr/>
          <p:nvPr/>
        </p:nvSpPr>
        <p:spPr>
          <a:xfrm>
            <a:off x="5623034" y="2564525"/>
            <a:ext cx="560167" cy="420414"/>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044568A6-0558-ECF9-3427-E3A9C6FF96D5}"/>
              </a:ext>
            </a:extLst>
          </p:cNvPr>
          <p:cNvSpPr/>
          <p:nvPr/>
        </p:nvSpPr>
        <p:spPr>
          <a:xfrm>
            <a:off x="5697183" y="3037493"/>
            <a:ext cx="560167" cy="588575"/>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346274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253</Words>
  <Application>Microsoft Macintosh PowerPoint</Application>
  <PresentationFormat>Widescreen</PresentationFormat>
  <Paragraphs>16</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Data Day 2</vt:lpstr>
      <vt:lpstr>Question</vt:lpstr>
      <vt:lpstr>Design</vt:lpstr>
      <vt:lpstr>Outcome Measures</vt:lpstr>
      <vt:lpstr>Hypothesis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Vanessa Lobue</dc:creator>
  <cp:lastModifiedBy>Vanessa Lobue</cp:lastModifiedBy>
  <cp:revision>9</cp:revision>
  <dcterms:created xsi:type="dcterms:W3CDTF">2022-11-30T16:35:11Z</dcterms:created>
  <dcterms:modified xsi:type="dcterms:W3CDTF">2022-12-01T15:49:57Z</dcterms:modified>
</cp:coreProperties>
</file>