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93" r:id="rId2"/>
    <p:sldId id="257" r:id="rId3"/>
    <p:sldId id="277" r:id="rId4"/>
    <p:sldId id="278" r:id="rId5"/>
    <p:sldId id="258" r:id="rId6"/>
    <p:sldId id="259" r:id="rId7"/>
    <p:sldId id="260" r:id="rId8"/>
    <p:sldId id="261" r:id="rId9"/>
    <p:sldId id="263" r:id="rId10"/>
    <p:sldId id="264" r:id="rId11"/>
    <p:sldId id="270" r:id="rId12"/>
    <p:sldId id="271" r:id="rId13"/>
    <p:sldId id="289" r:id="rId14"/>
    <p:sldId id="290" r:id="rId15"/>
    <p:sldId id="291" r:id="rId16"/>
    <p:sldId id="273" r:id="rId17"/>
    <p:sldId id="279" r:id="rId18"/>
    <p:sldId id="280" r:id="rId19"/>
    <p:sldId id="274" r:id="rId20"/>
    <p:sldId id="282" r:id="rId21"/>
    <p:sldId id="283" r:id="rId22"/>
    <p:sldId id="284" r:id="rId23"/>
    <p:sldId id="285" r:id="rId24"/>
    <p:sldId id="275" r:id="rId25"/>
    <p:sldId id="276" r:id="rId26"/>
    <p:sldId id="281" r:id="rId27"/>
    <p:sldId id="29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essa Lobue" initials="VL" lastIdx="1" clrIdx="0">
    <p:extLst>
      <p:ext uri="{19B8F6BF-5375-455C-9EA6-DF929625EA0E}">
        <p15:presenceInfo xmlns:p15="http://schemas.microsoft.com/office/powerpoint/2012/main" userId="S::vlobue@psychology.rutgers.edu::02666d29-be71-456b-b9ea-d85fac8119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38"/>
    <p:restoredTop sz="72685"/>
  </p:normalViewPr>
  <p:slideViewPr>
    <p:cSldViewPr snapToGrid="0" snapToObjects="1">
      <p:cViewPr varScale="1">
        <p:scale>
          <a:sx n="75" d="100"/>
          <a:sy n="75" d="100"/>
        </p:scale>
        <p:origin x="71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17:20:11.119"/>
    </inkml:context>
    <inkml:brush xml:id="br0">
      <inkml:brushProperty name="width" value="0.05292" units="cm"/>
      <inkml:brushProperty name="height" value="0.05292" units="cm"/>
      <inkml:brushProperty name="color" value="#FF0000"/>
    </inkml:brush>
  </inkml:definitions>
  <inkml:trace contextRef="#ctx0" brushRef="#br0">22631 15470 24575,'19'0'0,"-3"0"0,-8 0 0,9 0 0,3 0 0,13 0 0,3 0 0,-7 0 0,12 0 0,-29 0 0,14 0 0,3 0 0,4 0 0,-7 0 0,1 0 0,14 0 0,-5 0 0,9 0 0,-8 0 0,-12 0 0,-17 0 0,-8 0 0,16 0 0,-12 0 0,11 0 0,-15 0 0,0 0 0,0-16 0,0 12 0,0-12 0</inkml:trace>
  <inkml:trace contextRef="#ctx0" brushRef="#br0" timeOffset="5654">18450 15575 24575,'38'0'0,"1"0"0,-4 0 0,1 0 0,-1 0 0,-14 0 0,4 0 0,1 0 0,11 0 0,-1 0 0,-19 0 0,-9 0 0,8 0 0,-12 0 0,11 0 0,-15 0 0,0 0 0,8 0 0,-6 0 0,6 0 0,-8 0 0,0 0 0,16 0 0,-12 0 0,11 0 0,-7 0 0,-6 0 0,6 0 0,-8 0 0,0 0 0,0 0 0</inkml:trace>
  <inkml:trace contextRef="#ctx0" brushRef="#br0" timeOffset="8006">14217 15628 24575,'36'0'0,"0"0"0,-9 0 0,-1 0 0,15 0 0,-1 0 0,5 0 0,-10 0 0,-2 0 0,-7 0 0,-3 0 0,-19 0 0,12 0 0,-16 0 0,0 0 0,0 16 0,8-12 0,-6 12 0,6-16 0,-8 0 0,0 0 0,15 0 0,-11 0 0,12 0 0,-8 0 0,-6 0 0,6 0 0,7 0 0,-11 0 0,12 0 0,-16 0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17:26:13.631"/>
    </inkml:context>
    <inkml:brush xml:id="br0">
      <inkml:brushProperty name="width" value="0.05292" units="cm"/>
      <inkml:brushProperty name="height" value="0.05292" units="cm"/>
      <inkml:brushProperty name="color" value="#FF0000"/>
    </inkml:brush>
  </inkml:definitions>
  <inkml:trace contextRef="#ctx0" brushRef="#br0">11201 4551 24575,'19'0'0,"20"0"0,-17 0 0,6 0 0,3 0-2809,16 0 2809,-5 0 0,9 0 0,-5 0-1175,-7 0 0,2 0 1175,-2 0 0,6 0 0,4 0 0,-3 0 0,-5 0-635,-5 0 1,-4 0 0,6 0 634,1 0 0,8 0 0,3 0 0,1 0 0,-3 0 0,-5 0-1093,8 0 1,-5 0 0,6 0 925,-11 0 0,5 0 0,3 0 0,1 0 1,1 0-1,-3 0 0,-4 0-336,1 0 1,-3 0-1,-2 0 1,1 0-1,3 0 503,0 0 0,3 0 0,1 0 0,-1 0 0,0 0 0,-2 0-202,0 0 0,-2 0 1,0 0-1,0 0 1,3 0 201,1 0 0,4 0 0,1 0 0,-1 0 0,-2 0 0,-3 0 0,0 0 0,-3 0 0,-1 0 0,5 0 0,-6 0 0,5 0 0,2 0 0,0 0 0,-1 0 0,-4 0 0,-6 0 0,4 0 0,-6 0 0,4 0 0,4 0 0,4 1 0,3-1 0,0 0 0,-3-1-196,-4 0 1,0-1 0,-2 0 0,0 1 0,-1-1 195,3 2 0,-3 0 0,2 0 0,2-2 0,-3-1 0,4-1 0,2-2 0,-1 0 0,-4 0 0,-7 0 703,11-5 1,-1 0-704,-7 5 0,6-1 0,3 0 0,-2 0 0,-6-1 0,-3-3 0,-5-1 0,4 2 0,10 4 0,6 2 0,0 1 0,-8-4 0,-1-9 0,1-1 0,-1 10 0,8 3 0,0 0 0,-6-1 0,-1-3 0,0-1 0,-3 2 0,6 1 0,2 0 0,0 1 0,-7 2 0,2 1 0,0 0 0,-1 0 0,-3-1 447,10-2 1,-2-1 0,4 0-448,-10 2 0,6-1 0,1 1 0,0 0 0,-3 0 0,-7 1 0,11 1 0,0 0 0,-8 0 0,7-1 0,2 0 0,-1 0 0,-8-1 0,8-5 0,0 2 0,-9 5 0,6 2 0,2 0 0,-2 0 0,-7-2 0,6-6 0,-1 0 0,-7 7 0,8 0 0,2 2 0,-3 0 0,-6-1 0,6 0 0,0 0 0,-8 0 0,4 0 0,2 0 0,2 0 0,-2 0-123,0 0 0,1 0 1,0 0-1,-1 0 0,0 0 123,4 0 0,-1 0 0,2 0 0,3 0 0,-7 0 0,5-1 0,3 1 0,0-1 0,-2 1 0,-3 1 0,-7 0 260,6 4 0,-7 0 1,5 1-261,0-2 0,5 0 0,2 0 0,-1-1 0,-4 2 0,-6-1 0,-3 2 0,0-1 0,4-1 0,0 0 0,3-1 0,2 0 0,1-1 0,-1 0 0,-3 0 0,6-1 0,-3-1 0,1-1 0,5 1 0,-8 0 0,5 0 0,2 0 0,1 0 0,-2 0 0,-4 0 0,-6 0 0,4 0 0,-6 0 0,6 0 0,-6 0 0,5 0 0,4 0 0,3 0 0,0 0 0,0 0 0,-2 0 0,-3 0-295,1 0 0,-2 0 1,-2 1-1,0-1 1,1 0-1,1-1 295,4-1 0,1 0 0,1-1 0,0 0 0,0 0 0,1 0 0,-5 1 0,2-1 0,0 1 0,0-1 0,-2 0 0,-4 0 0,-4 0-99,8-4 1,-6 1 0,5-1 98,-4 3 0,7 0 0,2 0 0,0 1 0,-3-1 0,-7 0 0,0-2 0,-6-1 0,5 2 0,6 2 0,8 1 0,1 1 0,-2-1 0,-8-2 0,-8-3 0,-6-2 0,5 2 0,7 4 0,7 2 0,2 2 0,-2 0 0,-6-1 0,-2-3 0,-5 0 0,4 1 0,0 1 0,4 1 0,2 0 0,0 1 0,-1-1 230,-4 0 0,0 0 1,-1 0-1,2 0 0,3 0-230,3 0 0,3 0 0,2 0 0,0 0 0,-1 0 0,-4 0 51,-3-1 0,-3 1 0,-1-1 1,1 1-1,1 2-51,2 1 0,4 1 0,0 2 0,-1 0 0,-4 0 0,-6 0 0,10 4 0,-2 4 0,-4 2 0,5 4 0,0 1 0,-5-4 0,5 0 0,-2 0 0,-5 1 0,5 4 0,-1 1 0,-4-6 0,6-4 0,0-1 0,-2 6 0,6 4 0,-1 1 0,-6-5 0,1-5 0,1-1 0,-8 1 0,7 2 0,1 2 0,-1-2 0,-7-2 0,4-1 0,0-1 0,-3 1 0,8 3 0,2 1 0,-2-1 0,-7 0 0,6 5 0,0 1 0,-2-5 0,6 1 0,0 1 0,-6-1 0,-11 1 0,-4 0 0,3-1 405,4-3 0,3-2 0,1 1 0,-4 1-405,1 8 0,-3 1 0,3 1 0,4-4 0,5 1 0,-2-1 0,-6-1 0,-1 6 0,-1 1 0,-1-4 0,6 2 0,-2 1 0,-5-2 0,-4 7 0,-3-1 0,-2-5 0,1 1 0,1 1 0,3 1 0,0 2 0,-4-3 0,-6-2 0,-2-1 0,9 7 0,1 1 0,-8-6 0,-3 3 0,-8 17 0,-2 2 0,7-20 0,-1 1 0,-8 8 0,-4 5 0,1-5 0,4-10 0,0-1 0,-3 23 0,-2 4 871,-2-3 0,-2 0-871,0-12 0,-1 0 0,0-1 0,-2 14 0,-4-2-291,-6-13 0,-3-1 1,3-3 290,10-5 0,-1-1 0,-16 2 0,-6 2 0,8-3 2546,13 13-2546,-21-5 0,0-1 0,17 6 0,-9-9 0,-3-1 0,-3 8 0,0-11 0,-1-1 0,-9 5 0,1-6 0,1 1 1767,4 4-1767,0-12 0,-6 1 0,7-2 0,0 5 0,1-9 0,-7-2 0,4 0-286,6-1 0,-1-1 286,-15 2 0,-8-1 0,5 0 0,5 1 0,-3-1 0,9-4 0,-7-1 0,-2-1 0,0-1 0,5 0 0,-8-1 0,4-1 0,-1-1 586,7 1 0,-1 0 0,0 0 0,0 0-586,-5 0 0,-1 0 0,1 0 0,6 0 0,1 0 0,0 0 0,-4 0 0,-8 0 0,1 0 0,5 0 0,1 1 0,-2-2 0,7 0 0,-8-2 0,-1 0 0,1-1 0,7-1-1037,-11-3 1,0-3 1036,10 3 0,-6 0 0,-1-1 0,1 0 0,6 0 0,4-1 0,3 0 0,-3 0 0,-4 2 0,-6-1 0,-1 1 0,1-1 0,6 2-1128,-9-3 0,-2 1 1128,13 2 0,-6 0 0,-5-1 0,0 1 0,1 0 0,4 1 0,-5 2 0,2 1 0,1 0 0,-2 0 0,0-2 0,-1 1 0,-1-2 0,0 2 0,1-1 0,1 1 0,-1 1 0,1 0 0,2 0 0,4 1 0,-2 0 0,3 1 0,-2 0 0,-5-3 0,-4-1 0,2 1 0,6 1 0,0 3 0,1 0 0,4-2 0,-6 0 0,1 0 0,6 0 0,0 1 0,1 0 0,0-1 0,-6 0 0,0 0 0,5 0 0,0 2 0,0 0 0,-3 0 0,-6 0 0,0 0 0,7 0 0,5 1 0,0-2 0,-5-2 0,-6-1 0,-2-1 0,7 2 0,-1 1 0,0 0 0,-1-3 0,-7-2 0,0 0 0,7 2 0,-1 4 0,0 0 0,5-2 0,-7-2 0,-2-1 0,3 0 0,8 3 0,2 1 0,1 0 0,-11-2 0,-5-2 0,5 0 505,9-2 1,1 0-506,-14 3 0,-2-1 0,3-11 0,0 0 0,-1 11 0,2 1 839,19-4 1,1 2-840,0 6 0,1 2 0,-12-1 0,0 0 0,0 0 0,1 0 0,-12 0 0,0 0 1551,13 0-1551,-2-1 0,-8 0 0,6 3 0,14 5 0,1 2 0,-15-6 0,-5-1 0,5 4 0,9 10 0,1 2 0,-16-4 0,-4-1 0,14-4 0,0 0 0,1 1 0,-5 7 0,0-1 0,1-9 0,-3-2 0,4 2 0,8 10 0,0 0 0,-4-10 0,-2-2 0,3 2 0,2 10 0,1 0 0,-3-10 0,-3-2 0,2 2 0,0 10 0,-1 0 0,1-10 0,-4-3 0,5 4 0,7 8 0,-1 2 0,-17-6 0,-7-2 0,8 3 0,20 5 0,-1 1 0,-9-5 0,-8-1 0,-1 0 0,9-2 0,-13 11 0,5-4 0,-7 3 0,5-6 1292,13-11 1,1 0-1293,-4 10 0,-3 5 0,2-5 0,-2-8 0,1 0 0,2 10 0,-1 1 0,-8-7 0,-4 0 0,11 3 0,-2 1 0,2 0 0,-4 1 0,-2 0 0,-4 1 0,-5 2 0,3-1 0,10-5 0,2 1 0,0-1 0,3 0 0,0-1 0,-1 1 0,-13 3 0,-4-1 0,8-2 0,12-5 0,1 0 0,-12 7 0,-5 4 0,4-3 0,8-4 0,0-1 0,-1 1 0,-2 1 0,6 1 0,8 4 0,1-1 0,-12-8 0,-5-4 0,5 4 0,10 8 0,1 1 0,-10-7 0,-6-2 0,0 1-1093,-3 5 1,0 2 0,1-2-121,-5-3 0,-2-1 1213,-1-1 0,-4 0 0,5-3-501,9-6 1,0 0 500,-6 2 0,-3 1 0,3-1 0,4-1 0,-1 0 0,3 1 0,-5 1 0,0-1 0,5-1 0,-4 0 0,-1-2 0,3 1 0,-6 0 0,-1 0 0,6 0-382,-8 0 1,0 0 381,6 0 0,-5 0 0,0 0 0,5 0-245,8 0 0,3 0 0,-3 0 245,-4 0 0,-6 0 0,-2 0 0,3 0 0,5 0 0,-10 0 0,0 0 0,8 0 0,-7-1 0,-2 0 0,3 1 0,6 2 1181,-9 6 1,2 0-1182,8-6 0,-3-3 0,0 1 0,2 3 0,2 4 0,2 2 0,0-2 0,-7-5 0,-1-3 0,0 2 0,-1 6 0,-1 1 0,-3 1 0,12-4 0,-3 1 0,-1-1 0,0 1 0,1-1 0,-4 2 0,0 1 0,1-1 0,0 1 0,3-2 0,1 1 0,-1-1 0,0 0 0,-5 0 0,-2 1 0,3-2 0,6 1 0,5-1 0,-1 1 0,-5 2 0,-9 1 0,1 0 0,7-1 0,7-2 0,-1 0 0,-7 1 0,-8 2 0,-1 0 0,8-3 0,8-4 0,0 0 0,-5 3 0,-6 2 0,0 0 0,7-3 0,7-2 0,0-2 0,-8 2 0,-6 1 0,-2-1 0,3-1-87,2-2 1,3-1-1,-4-3 87,3 0 0,-4-2 0,-1-2 0,-1-1 0,2 0 0,1-1 0,0-1 0,1-2 0,1 1 0,2-2 0,0 0 0,3-2 0,0 0 0,-2 0 0,-2 1 0,-3 0 0,-1 0 0,3-1 0,4 0 0,-1-10 0,5-1 0,-3 4 0,-6 8 0,-2 4 0,0-5 0,8-6 0,0-5 0,0 0 0,1 5 0,-5 7 0,1 4 0,0-3 0,-1-9 0,1-3 0,-1 0 0,6 7 0,-2 0 0,1 1 0,5 1 0,-4-6 0,1-1 0,-4 2 0,-4 0 0,5 3 0,7 5 0,-1 0 0,-3 0 0,-7-3 0,0 1 0,4 2 0,-3 3 0,2-1 0,2-5 0,-2-2 0,0 1 0,3 7 0,0 2 0,1-3 178,5-5 0,2-3 1,-3-1-179,-5 1 0,-3-1 0,-1-1 0,2 1 0,-2-3 0,2-1 0,1 0 0,4 1 0,0-1 0,2 1 0,-10-5 0,6 1 0,17 10 0,0-1 0,-11-5 0,0-1 0,9 3 0,2 3 0,-12-2 556,2 2 0,-6-5 0,5 0-556,4-4 0,1-1 0,-2 6 0,-5-2 0,0-1 0,7-2 0,6-5 0,6-1 0,-2-2 658,-9-4 1,-1-1-1,3-4-658,10 5 0,3-4 0,1 0 0,0 2-820,-3 2 1,-1 1 0,1 0 0,1 0 561,1-10 1,1 1 0,2-1 257,1 10 0,1-1 0,0 2 0,1 4 136,1 1 1,0 0-137,0-10 0,0-5 0,0 2 0,0-1 0,0-2 0,1 2 0,1-3 0,3 1-1093,2 11 1,3 1 0,-2 0 1035,-4 0 1,-2 1 0,6 2 56,9 5 0,5 3 0,2 2 66,10-5 0,4 1-66,-4-2 0,3-3 0,2 5 0,2 7 0,1 5 0,-2-1 0,-9 0 0,-2 1 0,2 1 0,4 3 0,1 2 0,0 2 0,10-2 0,0 2 0,-3 2 0,2 1 0,-1 2 0,-7 1 0,0 1 0,-2-1 0,1-2 0,-2-1 0,0 1 0,14 4 0,-2-2 0,-13-4 0,-1-1 0,1 0 0,5 1 0,1 1 0,0 1 0,0 1 0,1 1 0,-3-2 1638,5-7 0,-2 1-1098,0 9 1,-6 2-541,-12-8 0,17 8 677,-27-16-677,29 12 1638,-16-3 0,3-1-302,10 3 1,4 2-1337,1-3 0,4 0 0,1 0-1093,0 2 1,2 0 0,-1 0 156,-3-1 0,-1 0 0,1 0 936,1-1 0,0 0 0,0 2-380,-4 2 0,0 2 0,2-2 380,-4-1 0,1-2 0,2 1 0,0 0 0,4 3 0,1 2 0,1 0 0,-1-2-374,-4 0 0,0-1 1,0-1-1,-2 2 374,8 0 0,-1 1 0,-2-1 0,-8-2 0,-3 0 0,0 1-1639,8 1 1,-2 2 1444,-10-1 1,-3 0 3469,13 0-2888,-26 0 616,7 0-1004,-20 0 1631,11 0-1631,-7 0 3276,10 0 0,-6 0-3044,11 8-232,-5 9 0,-6-5 0,11 4 0,-21-16 0,6 0 0,-8 0 0</inkml:trace>
  <inkml:trace contextRef="#ctx0" brushRef="#br0" timeOffset="9691">17498 15381 24575,'0'-25'0,"0"-10"0,7 9 0,1-1 0,-6-5 0,0 1 0,22-8 0,-22 0 0,6 37 0,7-22 0,-11 20 0,12-11 0,-16 15 0,0 0 0,8 0 0,-6-8 0,21-10 0,-3 6 0,7-11 0,7 21 0,-23-6 0,13 8 0,-6-16 0,-7 12 0,5-11 0,-16 15 0,8 0 0,-6 0 0,29 0 0,-9 0 0,13-8 0,-17 6 0,13-6 0,-25 8 0,17 0 0,-23 0 0,16 0 0,-12 0 0,12 0 0,-16 0 0,15-16 0,13 13 0,-7-13 0,26 16 0,-33-8 0,16 6 0,5 2 0,6-8 0,-15 8 0,1 0 0,3 0 0,-3 0 0,-12 0 0,25 0 0,-38 0 0,21 0 0,-19 0 0,19-15 0,-21 11 0,22-12 0,-20 16 0,19 0 0,-21-8 0,6 6 0,8-6 0,-12 8 0,11 0 0,-15 0 0,0 0 0,8 0 0,10 0 0,2 0 0,13 0 0,2 0 0,-4 0 0,-1 0 0,3 0 0,0 0 0,-3 0 0,-16 0 0,27 0 0,-29 0 0,11 8 0,-21-6 0,6 6 0,-8-8 0,16 0 0,-13 23 0,13-17 0,-8 41 0,-6-41 0,6 33 0,7-27 0,-11 22 0,12-15 0,-16-1 0,0-10 0,0 7 0,0-11 0,0 12 0,0-8 0,0-6 0,0 21 0,0-19 0,0 27 0,0-3 0,0-7 0,0 11 0,0-30 0,0 21 0,0-19 0,0 20 0,0-22 0,0 6 0,0-8 0,-16 15 0,12-3 0,-19 29 0,5-11 0,9-6 0,-1 2 0,-7-2 0,0-2 0,6 7 0,-13 10 0,22-27 0,-21 6 0,19 5 0,-20-19 0,7 20 0,-3-23 0,2 23 0,-5-12 0,19 5 0,-27-9 0,27 8 0,-20-12 0,22 12 0,-6-9 0,-7-5 0,11 6 0,-12-8 0,8 0 0,6 16 0,-21-12 0,19 11 0,-35-7 0,33-6 0,-41 6 0,33-8 0,-35 0 0,20 0 0,3 0 0,1 0 0,-13 0 0,3 0 0,2 0 0,21 0 0,-27 0 0,9 0 0,-7 0 0,5-2 0,0-4 0,-10-11 0,-3 5 0,-2-4 0,26 8 0,-7 6 0,13-5 0,7 7 0,6 0 0,-22-16 0,20 12 0,-19-20 0,21 22 0,-30-21 0,27 11 0,-35-5 0,29-7 0,-7 12 0,-6-29 0,5 12 0,-2 3 0,-1 1 0,-8-13 0,9 21 0,1-1 0,1-15 0,-15 13 0,23 3 0,-5-7 0,16 20 0,0-11 0,0 15 0,0-8 0,0 6 0,0-6 0,0 8 0,0 0 0,0-16 0,0-11 0,0 5 0,-4-10 0,0 1 0,2 14 0,0-15 0,-4-1 0,-9 4 0,11 1 0,-12 13 0,16 15 0,0 0 0,0 15 0,0-11 0,0 12 0,0-16 0,0 0 0,0 8 0,0-6 0,0 6 0</inkml:trace>
  <inkml:trace contextRef="#ctx0" brushRef="#br0" timeOffset="42086">12947 12400 24575,'0'-9'0,"8"-31"0,-6 33 0,11-20 0,5-1 0,4 14 0,-1-7 0,1 1 0,5 8 0,-9-4 0,-10 16 0,15 0 0,-1 0 0,6-2 0,3-3 0,-8-4 0,1 0 0,3 3 0,-1 0 0,1-9 0,-4 7 0,-21 6 0,6-6 0,8 8 0,11 0 0,2-7 0,3-2 0,9 7 0,-1 0 0,-15-5 0,0-1 0,13 3 0,-5 2 0,-19 1 0,27-6 0,-14 8 0,-7 0 0,-4 0 0,-9 0 0,11 0 0,17 0 0,10 8 0,-18 4 0,-1 1 0,12 1 0,-17 6 0,-1-1 0,-1-7 0,-1 6 0,-10 5 0,8-19 0,-13 12 0,13-8 0,-16-6 0,0 5 0,0-7 0,0 16 0,0-12 0,0 19 0,0-5 0,16 10 0,-12 15 0,8-17 0,-1 1-1639,-9 0 1,-2 0-1,4 1 1,0-3 1408,-4 11 230,0-3 0,0-13 0,0-3 0,0 7 0,0-20 0,0 11 0,0 1 3276,0 11 0,-8 3-3044,-9 11-232,-11-21 0,9 13 0,-2-12 0,2 1 0,6 25 0,1-20 0,-2-1 0,-9 17 0,19-15 0,-12-11 0,8 7 0,6-13 0,-29 23 0,9-22 0,6 7 0,-3 1 0,-22-7 0,27 13 0,-25-18 0,19 7 0,1-11 0,3 12 0,8-16 0,-9 0 0,-19 0 0,-9 0 0,15 0 0,-1 0 0,3 0 0,2 0 0,-12 0 0,-1 0 0,35 0 0,-11 0 0,-1 0 0,12 0 0,-20 0 0,-1-16 0,-4 5 0,3-4 0,1-4 0,-5-16 0,5 13 0,1-9 0,20 13 0,-19-1 0,21-30 0,-22 10 0,13-6 0,-5 23 0,-2 2 0,-9-15 0,7 14 0,5-11 0,15 30 0,-8-21 0,6 11 0,-6-21 0,8 13 0,0-13 0,-16 5 0,12 9 0,-11 3 0,15 16 0,0 0 0,0-8 0,0 6 0,0-21 0,0 19 0,0-35 0,0 25 0,15-12 0,-11 19 0,12-9 0,-16 12 0,0-12 0,0 16 0,0-8 0,0 7 0,0-7 0,0 8 0,0 0 0,0-16 0,0 12 0,0-12 0,0 9 0,0 5 0,0-6 0,0 8 0,0 0 0,0-16 0,0 12 0,0-12 0,0 9 0,0 5 0,0-6 0,0 8 0,0 0 0,0 0 0</inkml:trace>
  <inkml:trace contextRef="#ctx0" brushRef="#br0" timeOffset="49907">22084 12383 24575,'0'-20'0,"0"-11"0,0 27 0,0-12 0,23 16 0,-17 0 0,25-3 0,1-2 0,-22 3 0,28-8 0,2-3 0,-22 1 0,21 3 0,2 1 0,-15 0 0,5 7 0,2 2 0,5-1 0,-9-16 0,0 15 0,-3-2 0,-10-13 0,33 16 0,-30 0 0,22 0 0,-11 0 0,5 0 0,-2 0 0,3 0 0,-7 0 0,0 0 0,-1 0 0,-13 0 0,14 7 0,-3 2 0,-20-5 0,26 12 0,-15-8 0,3-6 0,13 5 0,-13-7 0,13 16 0,2-12 0,-13 12 0,25-9 0,-41-5 0,33 22 0,-27-4 0,21-1 0,-13 5 0,-3-7 0,7-5 0,-20 12 0,19-7 0,-21 3 0,22-3 0,-20-9 0,11-8 0,-15 16 0,0-12 0,0 12 0,0-16 0,0 7 0,0-5 0,0 22 0,0-12 0,0 21 0,0-21 0,0 11 0,0-21 0,0 22 0,-15-20 0,11 27 0,-20-19 0,22 5 0,-29 15 0,2-3 0,7-6 0,-2-1 0,2-4 0,1 0 0,-6 15 0,-6-14 0,13-1 0,2-10 0,-5-8 0,19 16 0,-20-12 0,22 11 0,-29-15 0,2 0 0,-16 0 0,11 0 0,1 0 0,-16 0 0,22 0 0,1 0 0,-23 0 0,35 0 0,-33 0 0,41 0 0,-33 0 0,35 0 0,-19 8 0,21-6 0,-6 6 0,-8-8 0,12 0 0,-11 0 0,7 0 0,6 0 0,-37 0 0,23 0 0,-17 0 0,1 0 0,26 0 0,-41 0 0,26 0 0,-5 0 0,1 0 0,3 0 0,-25 0 0,34 0 0,-29 0 0,31-8 0,-5 6 0,0-6 0,12-7 0,-19 11 0,5-20 0,-17 22 0,13-6 0,-9-7 0,29 11 0,-21-12 0,19 8 0,-12 6 0,16-6 0,0-7 0,0 11 0,0-12 0,0 16 0,0-8 0,0-9 0,0 5 0,0-35 0,0 23 0,1-11 0,-2-4 0,-7-10 0,6 4 0,-6 13 0,8 15 0,0 5 0,0-4 0,0 16 0,0-8 0,0 7 0,0-7 0,0 8 0,0 0 0,0-16 0,0 12 0,0-12 0,0 16 0,0-7 0,0 5 0,0-6 0,0-8 0,0 12 0,0-12 0,0 16 0,0-7 0,8-11 0,-6-9 0,6 7 0,8 4 0,-12 16 0,11 0 0,-15 0 0,0-8 0,0 6 0,8-21 0,-6 19 0,6-19 0,-8 5 0,0 6 0,16-4 0,-13 9 0,13 5 0,-16-6 0,0 8 0,0 0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17:29:25.487"/>
    </inkml:context>
    <inkml:brush xml:id="br0">
      <inkml:brushProperty name="width" value="0.05292" units="cm"/>
      <inkml:brushProperty name="height" value="0.05292" units="cm"/>
      <inkml:brushProperty name="color" value="#FF0000"/>
    </inkml:brush>
  </inkml:definitions>
  <inkml:trace contextRef="#ctx0" brushRef="#br0">15134 5292 24575,'32'-20'0,"-25"5"0,23 12 0,3 6 0,-9-3 0,4 0 0,2 0-1362,15 0 1362,-15 0 0,1 0 0,3 0 0,3 0 0,5 0 0,4 0 0,1 0-1093,0-3 1,1 0 0,-2 1-1,-5 1 1,-2 2 0,3-3 811,0-3 0,5-2 0,-4 0 0,-9 2 1172,3 1-891,1-1 0,11-2 0,0 0 0,-10 3 0,6 2 0,-14-2 0,10-2 0,3-1 0,0-1 0,-4 2 0,7-2 0,-2 1 0,0 0-438,-7 0 0,1 0 1,0 0-1,2 1 438,8-1 0,4 2 0,-3-1 0,-8 0 0,-7-3 0,0 0 0,6 6 0,8 0 0,1 1 0,-3-1-264,-3-5 1,-2-1-1,3 2 264,-4 5 0,3 2 0,2 0 0,-1 1 0,-4-2 0,7-1 0,-4-1 0,2 0 0,-5 3 0,3 0 0,-2 0 0,-7 0 0,-4 0 0,-3 0 0,22 2 0,0-4 0,-20-5 0,-1-1 0,3 6 0,3 2 0,-2-2 0,0-9 0,0-2 0,1 6 0,1 2 0,-2 0 0,1-1 0,-1 0 0,2-4 0,3-2 0,-3 3 0,-1 3 0,0 0 0,5-4 0,3-2 0,-5 0 0,-7 3 0,1-1 0,10-1 0,6-2 0,-6 4 0,-12 2 0,-1 2 0,8-3 0,5 0 0,-2 0 1638,0-1 0,2 1-1554,-3 4 0,5 2 0,1-1 1,0 0-85,-4-3 0,1 0 0,-1-1 0,1 2-295,3 4 1,0 1 0,1 1 0,1-3 294,2-2 0,2-3 0,-2 0 0,-4 2 0,-9 3 0,-4 2 0,5-2 0,1-2 0,6-1 0,2-1 0,-3 1 0,-4 1 0,-2 3 0,-4 2 0,4-3 0,6-1 0,6-2 0,3-1 0,-3 1 0,-7 1 0,4 2 0,2 0 0,-11-1 0,8-1 0,4-1 0,-1 0 0,-3 1 0,-7 2 0,11 0 0,0 2 0,-11-2 0,6 1 0,4-1 0,-1 1 0,-2 0 0,-8 0 0,13 0 0,0 2 0,-6-1 0,6 0 0,3 0 0,0 0 0,-5 0 0,-2 0 0,-4 0 0,1 0 0,3 0 0,-3 0 0,3 0 0,2 0 0,1 0 0,-3 0 0,-2 0 0,6 0 0,-3 0 0,-1 0 0,1 0 0,-2 0 0,1 0 0,0 0 0,-2 0 0,-4 0 0,-1 0 0,-5 0 0,4 0 0,5 0 0,4 0 0,0 0 0,-6 0 0,1 0 0,0 0 0,4 0 0,7 0 0,0 0 0,-6 0 0,-2 0 0,2 0 0,-8-1 0,7 1 0,2 0 0,-2 0 0,-7 1 0,6 3 0,-1 0 0,0-4 0,7-1 0,0 1 0,-7 3 0,-1 8 0,0 1 0,0-9 0,7-3 0,2-1 0,-3 3 0,-7 3 0,-2 2 0,0 0 0,-1-3 0,9-2 0,0-2 0,0 0 0,0 2 0,1 1 0,-4 0 0,3 5 0,2 0 0,-6-6 0,5-2 0,1 1 0,-1 0 0,-4 2 0,0 2 0,-1-1 0,1 0 0,0-3 0,-1-1 0,1-1 0,1 1 0,4 0 0,1 0 0,-1 0 0,-3 0 0,-1 0 0,-3 0 0,1 0 0,-6 0 0,1 0 0,1 0 0,-1 0 0,4 0 0,2 0 0,-3 0 0,-5 0 0,-3 0 0,1 0 0,5 0 0,7 0 0,1 0 0,-9 0 0,-7-1 0,-1 2 0,10 0 0,10 1 0,-2 1 0,-10-2 0,7 1 0,-12 0 0,8 0 0,5-1 0,-1 1 0,-4-1 0,6 0 0,-3-2 0,4 1 0,-10 0 0,3 0 0,2 0 0,1 0 0,0 0 0,-1 0 0,1 0 0,0 0 0,1 0 0,-1 0 0,0 0 0,-2 0 0,2 0 0,0 0 0,-1 0 0,-2 0 0,0 0 0,5 0 0,-2-1 0,-1 1 0,-1 1 0,8 3 0,-1 2 0,-1 0 56,-5-2 0,-2 0 0,2 0-56,-4 0 0,0 1 0,1-1 0,-3 0 0,0-1 0,-1-1 0,1 1 0,0 1 0,2 0 0,0 0 0,-3 0 0,10 2 0,0 0 0,-6-1 0,2 1 0,1 0 0,6 2 0,1 1 0,-2-2 161,-7-3 0,-2-1 1,3 1-162,0 4 0,3 1 0,0 0 0,-1-1 0,-4-5 0,-1-1 0,-1 0 0,-2 3 396,4 5 0,-2 2 0,0-3-396,0-7 0,0-3 0,-7 4 2017,13 20-2017,-7-21 0,-2-2 2408,-5 8-2408,6 0 0,2 0 0,-12-3 0,-1 2 708,1 1 0,1 1-708,17 6 0,-2 2 0,-19-3 0,1 1-346,16 2 0,7 1 0,-1 0 346,-8-1 0,-2 1 0,0 0 0,-2-3 0,0 0 0,0 0 0,5 2 0,0 0 0,-1 0 0,4 2 0,-2-1 0,-3 0 0,1-1 0,-6-3 0,1 0 0,-1 0 0,6 1 0,-1-1 272,0-1 0,0 1-272,5 7 0,-1-2 0,-9-13 0,-2 1 0,-6 13 0,1 1 0,6-8 0,4-3 0,-4 3 0,-9 5 0,1 1 0,6-2 0,4 0 0,-3 0 0,-2 5 0,-1 1 0,3 4 0,0-1 534,-6-12 0,-3 1-534,-3 11 0,0-5 0,15-15 0,-21 26 0,19-15 0,-19-5 0,4 6 0,1 3 0,3 9 0,-3-1 0,-9 18 0,8-18 0,-14-3 0,0 1 0,7 0 0,-2-1 0,-23 19 0,5-11 0,-6-1 0,-11-9 0,-4 1 0,6 4 0,0 4 0,-3-3-348,-1-8 1,-3-4 0,-2 1 347,4 0 0,-1 1 0,-1-1 0,0-1 0,-9 2 0,0-3 0,-1-1 0,5-2 0,-1-1 0,-1 0 0,0 0-443,-1 1 1,-1-1 0,0 0 0,0 0 442,2-1 0,0 0 0,-1-1 0,0-1 0,-6 0 0,-1-1 0,0-1 0,0 0 0,2 1 0,-1 0 0,0 0 0,1-2 0,3-3 0,0-1 0,0-1 0,0 0 0,-3 3 0,1-1 0,-1 0 0,2-1 0,-5-2 0,1-1 0,2-1 0,6 1 0,1 0 0,1 0-35,1 2 1,1 0-1,-1 2 35,0 1 0,-1 2 0,1-1 0,3-2 0,1-1 0,-4 1-262,-1 2 0,-3 1 0,-1-1 0,3-1 262,-2-4 0,2-1 0,-3 1 0,0 3 0,-4 3 0,0 0 0,2-2-219,-5-1 1,1-1 0,-2 2 218,4 2 0,-2 2 0,-1 0 0,2-1 0,2 0 0,0-1 0,1 0 0,-1-1 0,1-1 0,0 0 0,0 0 0,-2-1 0,4 1 0,-1 1 0,0-1 0,0 0 0,0-2 0,-4-2 0,1-1 0,0-1 0,1 3-92,4 3 0,0 2 0,1-1 1,0-1 91,-1-2 0,0-3 0,-1 0 0,1 1 0,-2 3 0,0 0 0,-1 1 0,0-2 0,3-2 0,-1-1 0,0 0 0,-1-1 0,-1 1-656,-5 0 1,-2 0-1,0 0 1,1 0 0,4 0 206,5 0 0,2 0 1,2 0-1,-3 0 449,-8 0 0,-3 0 0,1 0 0,5 0-14,10 0 0,3 0 0,-3 0 14,-7 1 0,-5 0 0,-2 2 0,1 0 0,8 1 0,0 1 0,0 0 0,-1 1 0,2-1-76,-6 2 1,1 1-1,-1-1 1,-1 1 75,0-1 0,-2-1 0,-1 1 0,1 0 0,2 1 0,5 0 0,2 0 0,0 1 0,1 0 0,-1-2 0,-1 0 0,1-1 0,-1-1 0,0 1 0,1 0 0,-1 0 0,0 1 0,-1 1 0,2-1 0,-1 0 0,-8 1 0,0 1 0,0-1 0,0 0 0,-1 0 0,0-2 0,0 1 0,0 0 0,8-2 0,0 0 0,1 1 0,-1-1 0,0 1 0,1 1 0,0 0 0,0 0 0,-1 0 0,0-2 0,-3 0 0,-1-1 0,-1-1 0,1 0 0,0 2 0,-1 1 0,0 1 0,1 0 0,0 0 0,1-1-109,-3 0 0,2-2 1,0 1-1,-2 0 109,5 1 0,-1 1 0,0 0 0,0 0 0,0-1 0,-5 0 0,0-2 0,-1 1 0,-2 0 0,11 0 0,-2 0 0,-1 1 0,-1 0 0,-1 0 0,-1-1 206,-1 0 1,-2 1-1,-1-1 1,-1 0 0,0 0-1,1 0 1,1-1-207,4 1 0,0-1 0,2 0 0,-1 0 0,0 0 0,-1 0 0,-1 1-397,1 0 1,-2 0 0,-1 0 0,-1 0-1,2 1 1,0-1 0,2 0 0,3 0 396,-7 1 0,5-1 0,1 1 0,-1-1 0,-4 0 0,5 0 0,-2-1 0,-2 0 0,0 0 0,0 0 0,1-1 0,2 1-135,-7 0 0,1-1 0,2 1 0,-1-1 0,-2 1 135,9-1 0,-1 1 0,-1-1 0,0 1 0,-1 0 0,1-1 0,0-1 0,-5 0 0,-1-2 0,0 0 0,1 0 0,0 1 0,0 0 0,5 1 0,0 1 0,0 1 0,1-1 0,0 0 0,-1-2 0,-1-2 0,-1-1 0,1 0 0,-1-2 0,1 1 0,-1-1 0,0 0 0,0 0 0,0 0 0,0-1 0,0 0 0,0 0 0,-2-2 0,0 0 0,0 0 0,0-1 0,2 0 0,2-1 0,-7-2 0,3 0 0,1-1 0,-1 1 0,8 4 0,0 0 0,0 0 0,0 1 0,2-2 9,-4-2 0,1 0 0,1 0 0,-4-1-9,-1 1 0,-2 0 0,-2-1 0,0 0 0,0 0 0,7 1 0,0 0 0,-1 0 0,0 0 0,1-2 0,-1-1 0,-1-2 0,0-2 0,0-1 0,0 0 0,0 1 0,2 0 0,-4 2 0,2 1 0,0 0 0,1-1 0,0-3 0,2-5 0,1-3 0,0-1 0,1 1 0,-3 3 0,0 3 0,-2 4 0,0 0 0,0 0 0,1-3 0,1-3 0,1-3 0,0-1 0,0 2 0,-2 2 0,-1 3 0,-2 2 0,-1 2 0,1-1 0,2 0 0,3 1 0,1-2 0,0 1 0,2 1 0,1 0 0,-1 1 0,3 0 0,-1 2 0,0-1 0,-7 0 0,-1 0 0,0 1 0,2-1 468,-5-2 0,2 0 0,-2 0-468,4 3 0,-2 1 0,0 0 0,0 0 0,2 2 0,1 0 0,1 0 0,0 1 0,-7-4 0,2 0 0,-1 2 1092,0 6 0,0 1 0,2-1-943,5-4 1,2 0-1,-2 0-149,-6 2 0,-1 1 0,3-1 0,0-3 0,2-2 973,10-1 0,0-3 1,4 1-974,4-1 0,3 0 2620,-15-20-2620,26 11 0,3-1 0,-1-22 0,11 14 0,6-5 0,2-1-271,3 7 0,2-2 1,2 1-1,3-3 271,3-3 0,4-2 0,2-1 0,0 1 0,-1 2 0,2-1 0,0 3 0,1 0 0,2-2 0,-6 7 0,3-2 0,0 0 0,0 1 0,-3 2 0,-3 5 0,8-8 0,-3 4 262,-3 3 0,2 0 0,-5 8-262,-4 11 0,-3 8 0,-9 0 0,-8 0 0,16 0 0,-12 0 2828,19 0-2828,-21 0 0,6 0 0,-8 0 0,0 0 0,0 24 0,0-18 0,0 17 0</inkml:trace>
  <inkml:trace contextRef="#ctx0" brushRef="#br0" timeOffset="5605">22842 6597 8191,'-9'-15'0,"1"11"3276,8-20-1489,8 22 1031,-6-6-2818,5 8 1719,-7-15-1719,0 11 3276,16-20 0,-4 7-3044,21 5-232,-21-4 0,4 16 0,-16 0 0,15-8 0,-11 6 0,20-5 0,17-9 0,0 12 0,-2-8 0,-2 0 0,-5 10 0,15-5 0,-35 7 0,5 0 0,7 0 0,-5-16 0,24 12 0,3-12 0,-20 15 0,0 2 0,12-1 0,3 0 0,-22 0 0,15 0 0,-15 0 0,15 0 0,-7 16 0,16-12 0,-21 19 0,25-21 0,-41 22 0,41-20 0,-34 19 0,13-5 0,-3-6 0,-11 11 0,6-21 0,5 6 0,-19 8 0,12-12 0,-16 11 0,0-7 0,0 10 0,0 1 0,0 15 0,0 1 0,0-13 0,0 25 0,0-26 0,0 5 0,0-1 0,0-3 0,0 25 0,-16-18 0,5 8 0,-4-15 0,-4-2 0,-3-3 0,1 1 0,-2 19 0,-11-18 0,-3-3 0,12 2 0,1-2 0,-3-10 0,-3-1 0,-11 6 0,2 2 0,-2 5 0,15-12 0,-1-1 0,2 4 0,1-2 0,-13-7 0,-9 0 0,3-16 0,24 12 0,-5-11 0,-17-9 0,16 18 0,-3-8 0,-1-3 0,-7-1 0,15 7 0,-10-21 0,13 28 0,-2-19 0,3 21 0,-7-30 0,20 27 0,-9-17 0,-5-3 0,-10-5 0,14 5 0,-1-3 0,-7 1 0,3 1 0,7-3 0,-4-10 0,16 35 0,0-12 0,0 16 0,0-16 0,0 13 0,0-21 0,0 22 0,0-29 0,0 25 0,0-33 0,0 35 0,0-20 0,0 22 0,0-21 0,0 19 0,0-12 0,0 16 0,0 0 0,0-8 0,0 6 0,0-6 0,0 8 0,0-15 0,0 11 0,0-12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17:29:52.277"/>
    </inkml:context>
    <inkml:brush xml:id="br0">
      <inkml:brushProperty name="width" value="0.05292" units="cm"/>
      <inkml:brushProperty name="height" value="0.05292" units="cm"/>
      <inkml:brushProperty name="color" value="#FF0000"/>
    </inkml:brush>
  </inkml:definitions>
  <inkml:trace contextRef="#ctx0" brushRef="#br0">14623 14253 24575,'0'-20'0,"0"-19"0,0 33 0,0-25 0,0 13 0,0-7 0,0-1 0,0 0 0,6-6 0,3 2 0,3 16 0,4-9 0,1-3 0,3-3 0,7-8 0,3-1-537,-14 17 0,1-1 537,4-9 0,2-4 0,0 3 0,-1 6 0,1 1 0,2-7 0,2-3 0,-3 2 0,-2 4 0,-1-1 0,3 0 0,3-3 0,-5 4 0,-7 9 0,-1-1 0,11-19 0,1 0 0,-3 19 0,-1 1 0,4-14 0,1-1 0,6 0 0,3 1 0,-10 12 0,2 1 0,-2 0 0,8-10 0,-1-1 0,-6 4 0,2-1 0,-3 4 0,-2 8 0,-1-2 0,2-13 0,1-8 0,0 8 0,2 18 0,0-1 0,1-15 0,0-7 0,-2 8 0,14 4 0,-14-3 0,2-6 0,-5 7 0,2 8 0,-1-9 0,5-6 0,-5 10 0,1 14 0,6-20 0,0-3 0,-2 11 0,3 6 0,0-3 0,1-14 0,-6 23 0,0 0 0,8-23 0,9 13 0,-20 5 0,3-3 0,10-4 0,0 1 0,-13 10 0,1-2 0,6-8 0,2-5 0,-2 3 0,-2 6 0,-1 1 0,6-14 0,0-1 0,4 3 0,-3 5 0,-3 1 0,8-5 0,-1-1 0,-15 5 0,15-7 0,0 1 0,-14 8 0,3 0 0,8-2 0,-7 4 0,-1 1 0,0-1 0,6-5 0,-3 2 0,1 3 0,-1 1 0,4-4 0,3-1 0,-8 6 0,2-1 0,-5 2 263,5-5-263,3-5 0,-1 5 0,-12 15 0,6-13 0,1-1 0,-1 8 0,2-4 0,3-2 0,-6 8 0,1 1 0,-1 0 0,1 0 0,4-4 0,-2 3 0,-1 6 0,6-8 0,2 0 0,-12 11 0,-1 0-350,5-10 1,1-1 349,-2 6 0,-1 0 0,11-12 0,-9 5 0,1 3 0,6 6 391,-13-7 0,1-2-391,2 4 0,-1 1 0,7-4 0,-1-1 0,-1 3 0,-10 8 0,8-9 0,1-2 0,9-7 0,-8 7 0,-3-1 0,-6-4 0,5 1 0,1 3 0,-5 8 0,6-13 0,1-1 0,7 8 0,-12-4 0,1-1 0,0 7 0,1 0 0,9-11 0,-1 1 0,6 6 0,-3-6 0,-6 1 0,-24 15 0,25-6 0,5-3 0,-13-5 0,8 5 0,1-1 0,-5-14 0,-5 10 0,1 3 0,5 3 0,5-11 0,-2 21 0,2-22 0,3 20 0,-3-19 0,-2 21 0,10-22 0,-19 20 0,12-8 0,-1 1 0,-18 9 0,15-1 0,1-2 0,-4-11 0,4 15 0,1-2 0,-1-20 0,7 20 0,1 4 0,0-9 0,-7 0 0,0 0 0,4 4 0,-7 0 0,6-2 0,-2 1 0,3 0 0,-1 2 159,11 2 0,2 0-159,-5-2 0,-2-2 0,-3-2 0,0-2 0,-6 3 0,1 0 0,-2-1 0,9-3 0,-1 0 0,5 2 0,-4 1 0,-9-1 0,1 7 0,-1 0 0,-4-7 0,4 0 0,-1 0 0,-15 4 0,15-4 0,-1 1 0,-17 7 0,18-4 0,1 0 0,-16 2 0,22-10 0,1 0 0,-23 8 0,15-8 0,1 1 0,-4 9 0,-4-1 0,1-2 0,19-11 0,-10 15 0,-1-1 0,7-22 0,-8 22 0,-1 2 0,-3-8 0,0 0 0,1 1 0,9 3 0,-5-8 0,-1 0 0,6 10 0,-1-2 0,-1 0 0,-4 4 0,8 0 0,-2 0 0,-13 0 0,14 2 0,0-4 0,-14-13 0,12 12 0,4 2 0,-14-7 0,1 0 0,17 7 0,4 2 0,0-1 0,-2 0 0,-11 0 0,0 0 0,6 0 0,-3 0 0,-1 0 0,-6 0 0,0 0 0,7 0 0,-6 0 0,-2 0 0,-8 0 0,18 0 0,2 0 0,-7 0 0,4 0 0,2 0 0,-15 0 0,-3 0 0,13 0 0,3 16 0,-6-12 0,-6 4 0,3-1 0,-4-6 0,1-2 205,-3 1 0,1 0-205,22 8 0,-12-6 0,8 6 0,-11 0 0,-2 0 0,-6-4 0,16 8 0,2-1 0,-1-9 0,-8 1 0,1 2 0,-5 3 0,-3 0 0,1-5 0,-1 5 0,1 0 0,18 0 0,-8 0 0,0 2 0,-14-5 0,-1 1 0,10 7 0,-3-2 0,-2-9 0,-3 1 0,-1 2 0,13 10 0,-8-14 0,-2 2 0,-4 21 0,12-23 0,-2 0 0,-16 22 0,14-21 0,1 0 0,-4 30 0,-3-30 0,-1-1 0,-3 15 0,25-8 0,-18 10 0,16 1 0,-10-1 0,7 5 0,-13-19 0,6 12 0,-1-8 0,-15-6 0,15 21 0,-7-19 0,16 20 0,-13-22 0,-6 9 0,1 1 0,4 0 0,6 6 0,6 5 0,-27-11 0,25 6 0,-35-11 0,20 9 0,-7-12 0,11 27 0,-9-27 0,5 20 0,-6-7 0,1-5 0,14 12 0,-13-7 0,-2 3 0,5-2 0,-19 5 0,12-19 0,-16 12 0,0-16 0,0 8 0,0-7 0,0 7 0,0-8 0,0 0 0,0 16 0,0-12 0,0 12 0,0-16 0,0 7 0,0 11 0,0 2 0,0 13 0,0-6 0,0-7 0,0 4 0,0-22 0,0 21 0,0-11 0,-16 5 0,12-9 0,-11 16 0,15-3 0,0 4 0,0 1 0,-8 19 0,-10-7 0,13-10 0,-2 0 0,-16 12 0,14-10 0,0 0 0,-10 8 0,2-14 0,0 1 0,-10 12 0,13-11 0,0 1 0,-2-4 0,-1-1 0,-1 4 0,1-1 0,-13 12 0,5-9 0,1-5 0,-11 3 0,-2-8 0,-4 1 0,4 3 0,-3 1 0,-2-5 0,-4-1 0,1-1-1093,9-6 1,2-1 0,0 1 192,3 4 1,0 1 0,1-3 899,-12-6 0,4 0 0,11 10 0,1-1 0,-3-12 0,1-2 0,1 11 0,1 0 0,-23-10 0,27 9 0,-1 1 0,-4-5 0,-1-2 0,-3 3 0,1 2 1638,3 2 0,1-1 1061,-11 1-2699,12 6 0,17-10 0,-8-8 0,4 15 0,-29-3 0,16 8 0,-3 1 0,-7-6 0,-2 0 0,1 2 0,-1 1 0,-2-2 0,2 1 0,9 0 0,1 1 0,-7 1 0,-1 0 0,8-2 0,-1 1 0,-6 2 0,0 1 0,6-3 0,1 1 0,-4 3 0,1 1 0,3 4 0,1-3 0,4-9 0,-1 0 0,1 5 0,1 1 0,-6 6 0,-7 1 0,17-8 0,-1 1 0,-4-2 0,-1-1 0,-14 12 0,17-6 0,-1-1 0,-23-2 0,17 4 0,0 1 0,3-11 0,1 0 0,-6 5 0,1 1 0,9-3 0,1-1 0,-16 1 0,-1 1 0,3 10 0,-1 1 0,-10-6 0,0-1 0,10 4 0,1-1 0,-3-8 0,2-1 0,10 1 0,1-2 0,-7-7 0,-1 1 0,-1 14 0,-1 1 0,-8-5 0,0-1-296,11 3 1,1 1 295,-13 3 0,2-3 0,18-8 0,0 0 0,-16 11 0,-2-1 0,7-11 0,1 1 0,0 10 0,0-1 0,0-9 0,1 0 0,2 6 0,3 1 0,-5 5 591,-1 6-591,13-13 0,-2 1 0,-3-1 0,0-6 0,-10 8 0,3 3 0,14 4 0,-11-1 0,-11 5 0,7-2 0,15-3 0,1-1-1093,-12 7 1,-6 2 0,5-8 531,-2-4 561,-2 11 0,-2 0-1307,9-18 1,1 0 1306,1 9 0,1 1 0,-2-6 0,1-1 0,-7 15 0,1 2 0,-2-1 0,13-3 0,-17 2 0,12-9 0,1 1 0,-1-4 0,1 1 0,-3 5 0,-1 1 0,-7 1 0,-3-1-168,9-11 0,-1 0 1,1 0 167,-7 8 0,1-2 0,-8-2 0,2-4 2238,-1 0-2238,7 2 0,-2-1 0,-12-6 0,14 8 0,-1 3 0,-6-6 0,2-1 0,15 2 0,1 0 0,-21 4 0,-1 1 0,22-8 0,-3 1 0,-14 0 0,-7 0 0,4-1 0,8-1 0,-1-1-820,0-1 1,-7 0 0,2 1 0,7-3 286,9-1 1,1 0 532,-19 0 0,-7 0 0,8 2-350,18 3 0,-1 1 350,-17-4 0,-8-3 0,12 2 0,13 10 0,-9-7 0,-10 1 0,2 0 0,9-1 0,2 0 0,0 0 0,-2-1 0,-1-1 0,0 1 0,-12 6 0,-1 0 0,5-3 0,12-7 0,-1 0 0,-5 2 0,-5 2 0,0 1 0,1 1 0,1 2 0,-3 1 0,1 0 0,-3 1 0,0 1 0,1-1 225,5-3 0,0-1 0,1 1 1,-1 0-226,-6 3 0,-2 1 0,1 0 0,-1-1 0,3-3 0,-1-1 0,1 0 0,1-2 0,-5 0 0,2-1 0,-1 1 0,2 1 0,-1 2 0,2 0 0,6-3 0,5-3 0,1-1 0,-7 1 0,-5 0 0,7 2 0,13 5 0,-1-2 0,-10-8 0,-6-4 0,6 3 0,7 10 0,1 0 0,-7-10 0,-4-2 0,4 2 0,2 10 0,1 0 0,-4-10 0,-5-3 0,1 4 0,-1 10 0,-1 4 0,0-5 0,2-10 0,0-3 0,-2 3 0,-1 7 0,-2 4 0,1 0 0,5-6 0,-1-8 0,1-2 0,-7 12 0,-3 5 0,6-5 0,-5-8 0,12 6 0,-6 4 0,5-5 0,9-8 0,-1-2 0,-20 11 0,0 0 0,5-10 0,10 4 0,-6 3 0,1-1 0,-11-1 0,0-2 0,13 0 0,0 1 0,-2 1 0,-11 1 0,-2 0 0,6-1 0,11-1 0,1 0 0,-4-1 0,-3 1 0,3 1 0,7 5 0,0-1 0,-17-5 0,-2 0 0,5 11 0,1-1 0,0-9 0,0-2 0,1 2 0,3 2-726,-8 6 726,10-11 3276,17 12-2409,11-16 114,7 0-981,-16 0 2844,12 0-2844,-12 0 1615,9 0-1615,5-16 0,-22-3 0,-3-9 0,5-5 0,-17 13 0,27-21 0,-8 23 0,-1-1 0,7-26 0,-6 18 0,1 3 0,15 2 0,-8-1 0,1-1 0,9 3 0,-8-3 0,-4-3 0,0 0 0,1 1 0,2 3 0,0-1 0,-6-11 0,3 3 0,12 9 0,-7-15 0,-6 5 0,-4 23 0,9-20 0,0-2 0,-13 10 0,20-5 0,4-5 0,-5 1 0,0 0 0,4-18 0,0 15 0,0 3 0,0 1 0,0-3 0,0 0 0,0-1 0,-8 5 0,0 2 0,4 7 0,-12-13 0,16 21 0,0-27 0,0 33 0,0-19 0,0-5 0,0 7 0,0-5 0,0-3-562,0 0 1,0 1 561,0 2 0,0-1 0,0-5 0,0 0 0,0-6 0,0 3 0,0 2 0,0-1 0,0 1 0,0 14 0,0-15 0,0 19 0,0-7 0,0 13 0,0-7 0,0-13 0,0 25 0,0-24 0,0-3 0,0 15 561,0-20 1,0-4-562,0 1 0,-3 6 0,-1 1 0,2 5 0,-6-10 0,8 35 0,0-12 0,0 16 0,0-8 0,0 6 0,0-21 0,0 11 0,0-29 0,0 11 0,0 6 0,0-3 0,0-18 0,0 16 0,0-10 0,0 35 0,0-12 0,0 8 0,0 6 0,0-21 0,0 19 0,0-20 0,0 7 0,0-3 0,0 2 0,0-5 0,0 19 0,0-19 0,0 21 0,0-22 0,0 20 0,0-12 0,0 16 0,0 0 0,0-15 0,0 11 0,-16-12 0,12 16 0,-11 0 0,15 0 0,0 0 0</inkml:trace>
  <inkml:trace contextRef="#ctx0" brushRef="#br0" timeOffset="16296">18133 12295 24575,'8'-45'0,"-1"18"0,3 3 0,10-6 0,-3 8 0,-1 3 0,-4 7 0,4-3 0,-16 15 0,7 0 0,-5-8 0,22 6 0,-12-22 0,21 20 0,-21-11 0,3 15 0,-15 0 0,16-8 0,-12 6 0,20-6 0,-22 8 0,5 0 0,9 0 0,-12 0 0,19 0 0,-21 0 0,22 0 0,-12 0 0,5 0 0,-9 0 0,-8 0 0,16 0 0,-4 0 0,5 0 0,7 0 0,-12 0 0,21 0 0,2 0 0,2 0 0,-1 0 0,-3 0 0,-21 0 0,3 0 0,-7 0 0,-6 0 0,22 0 0,-13 0 0,31 0 0,-29 0 0,27 0 0,-37 0 0,21 8 0,-22-6 0,6 6 0,-8-8 0,0 0 0,15 0 0,-11 0 0,20 15 0,-6-11 0,9 20 0,-7-22 0,3 6 0,-21-8 0,6 0 0,-8 0 0,16 15 0,-12-11 0,19 20 0,-5-22 0,1 6 0,-1 7 0,5-11 0,-19 12 0,12-8 0,-8-6 0,10 21 0,-7-11 0,13 21 0,-22-13 0,6-3 0,7 7 0,-11-20 0,12 27 0,-8-27 0,-6 12 0,6-8 0,-8-6 0,0 5 0,0-7 0,0 0 0,0 16 0,0-12 0,0 12 0,0-8 0,0 9 0,0-5 0,0 27 0,-8-33 0,6 41 0,-22-41 0,20 25 0,-11-13 0,7-6 0,6 3 0,-6-7 0,8-6 0,-16 22 0,12-20 0,-11 11 0,15-15 0,-8 16 0,6-12 0,-22 19 0,20-21 0,-35 22 0,33-20 0,-25 19 0,29-21 0,-21 22 0,19-20 0,-20 11 0,22-15 0,-6 8 0,-7-6 0,-29 22 0,20-18 0,-1 0 0,-20 11 0,19-4 0,5-2 0,15-7 0,-25 11 0,13-15 0,7 8 0,-13-6 0,22 6 0,-6-8 0,8 0 0,0 0 0,-15 0 0,-13 0 0,-17 0 0,16 0 0,-10 0 0,27 0 0,-21 0 0,21 0 0,-12 0 0,22 0 0,-21 0 0,19 0 0,-20-8 0,7 6 0,-3-21 0,-13 11 0,7-8 0,1-1 0,-1 7 0,0 3 0,5-2 0,19-2 0,-5 11 0,7-12 0,0 16 0,-16-8 0,12 6 0,-12-5 0,8-9 0,-9 4 0,5-6 0,-27-5 0,33 3 0,-25 1 0,29 3 0,-6 8 0,8 6 0,-16-6 0,12-7 0,-11 11 0,7-20 0,-10 22 0,6-5 0,-3-9 0,15 12 0,-8-12 0,6 16 0,-6 0 0,8-8 0,0 6 0,0-5 0,0 7 0,0-16 0,0 12 0,0-12 0,0 16 0,0-8 0,0 7 0,0-7 0,0 8 0,0-16 0,0 12 0,0-12 0,0 9 0,0 5 0,0-6 0,0 8 0,0-16 0,0 12 0,0-12 0,0 16 0,0-7 0,0 5 0,0-6 0,0 8 0,0 0 0,0-16 0,0 12 0,0-11 0,0-1 0,0 12 0,0-12 0,0 16 0,0 0 0,0-8 0,0 6 0,8-5 0,-6 7 0,6 0 0,-8 0 0,0-16 0,0 12 0,0-12 0,0 9 0,0 5 0,0-6 0,15 8 0,-11 0 0,12-16 0,-16 12 0,0-12 0,0 16 0,0 0 0,0 16 0,0-12 0,0 12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17:30:24.953"/>
    </inkml:context>
    <inkml:brush xml:id="br0">
      <inkml:brushProperty name="width" value="0.05292" units="cm"/>
      <inkml:brushProperty name="height" value="0.05292" units="cm"/>
      <inkml:brushProperty name="color" value="#FF0000"/>
    </inkml:brush>
  </inkml:definitions>
  <inkml:trace contextRef="#ctx0" brushRef="#br0">26617 14006 24575,'20'0'0,"27"-16"0,-16 4 0,-5 4 0,1-1 0,-1-4 0,-1 2 0,12 7 0,-11-8 0,-1 1 0,5 9 0,11-6 0,-22-8 0,15 12 0,-23-11 0,29 15 0,-27-8 0,14 7 0,3 0 0,9-23 0,6 20 0,-19-4 0,-3 1 0,7 7 0,-1-4 0,1 0 0,9 2 0,-2-2 0,0 0 0,-3 4 0,6 0 0,0 0 0,-15 0 0,16 0 0,-1 0 0,-15 0 0,15 0 0,1 0 0,-8 0-387,0 0 1,1 0 386,11 0 0,-8 0 0,12 0 0,-19 1 0,1-2 0,5-7 0,2 0 0,3 6 0,-2 0 0,-8-6 0,-1 1 0,0 7 0,-1 0 0,18-16 0,-21 14 0,1 0 0,-1-6 0,-1 0 0,20 8 0,0 0 773,-10-7-773,7 5 0,-16-2 0,0 0 0,16 4 0,-8 0 0,-4 0 0,-16 0 0,16 0 0,3 0 0,-8 0 0,8 0 0,1 0 0,-5 0 0,20 0 0,-19 0 0,-1 0 0,0 0 0,-5 0 0,18-1 0,2 2 0,-7 7 0,-3-7 0,1 0 0,14 6 0,-20-7 0,-4 8 0,1 0 0,19-4 0,-15 12 0,17-1 0,-26-11 0,5 5 0,-1-2 0,-3-7 0,25 8 0,-33-6 0,35 6 0,-20 7 0,-4-13 0,1 0 0,-3 9 0,-1 2 0,23 4 0,-10-5 0,-1 12 0,-22-7 0,11-5 0,-21 12 0,22-7 0,-13 3 0,7-3 0,5 7 0,-19-12 0,20 21 0,-6-6 0,1 1 0,-1 5 0,5-13 0,-19 13 0,28-13 0,-21 13 0,7-13 0,5 13 0,-19-21 0,20 11 0,-22-5 0,6 1 0,-8-1 0,15 21 0,-11-31 0,12 31 0,-16-21 0,0 2 0,0-3 0,0 7 0,0-13 0,0 23 0,0-15 0,-24 15 0,3-16 0,-3-1 0,-9 12 0,-8 0 0,4-1 0,19-4 0,-10-6 0,-1-3 0,10-7 0,-15 8 0,15-12 0,1 11 0,-5-15 0,11 0 0,-29 0 0,11 8 0,-2-7 0,-2 0 0,-15 7 0,23-8 0,-1 0 0,-7 7 0,3 2 0,6-6 0,-5 6 0,3-2 0,15-7 0,-27 0 0,17 0 0,-13 8 0,2-6 0,-3 6 0,7-8 0,-14 0 0,-2 0 0,-2 0-350,6-1 1,-3 2 349,7 6 0,0 1-17,0-5 1,-1-2 16,-7 7 0,0 0 0,9-7 0,2-2 0,3 1 0,3 0 0,-9 0 0,8 0 0,-1 0 0,-1 0 0,-1 0 0,-12 0 0,0 0 0,11 1 0,-1-2 0,0-3 0,-3-3 0,3 2-1639,-1 3 1,1 0 1007,-9-6 1,-2 1 69,-2 6 1,2 2 560,7-1 0,1 0 11,5 0 1,-1 0-12,-12-4 0,2 0 0,0 2 0,11-1 0,-4-2 0,-13-3 0,0 0-1639,9 6 1,-1 1 1405,7-4 1,-1-2 0,-2 3 232,-1 3 0,-2 1 0,3 1 1320,-6-1 0,0 0-1320,-2-2 0,-2-2 0,1 2 0,11 1 0,1 1 0,1-1 0,-7-3 0,0 0 0,-2 5 0,4-2 1504,-3-14-1504,-4 12 0,-3 2 0,18-7 0,2 0 0,-7 7 0,1 2 0,3-5 0,3 0 0,5 2 0,-5-9 0,1-1 0,5 8 1638,-6-11 0,-3-2 684,-8 6-2322,14 2 0,-1 0 600,-17-15-600,21 11 0,-1-1 0,-7 0 0,-1-1 0,4-11 0,0 3 0,-1 16 0,3 0 0,6-13 0,2 1 0,-16 7 0,-2-21 0,-3 13 0,11-13 0,4 5 0,21 9 0,-6 3 0,-8 8 0,12 6 0,-12-21 0,16 19 0,0-20 0,0 22 0,0-6 0,0-7 0,0 11 0,0-20 0,0 7 0,0 5 0,0-4 0,16 16 0,-4-8 0,29-9 0,4-3 0,-25 3 0,-1 1 0,15 4 0,-27-4 0,9 9 0,-12 5 0,12-6 0,-16 8 0,8 0 0,9 0 0,-5 0 0,4 0 0,-8 0 0,-7 0 0,31 0 0,-11 0 0,4-8 0,1 0 0,4 4 0,11-12 0,-29 16 0,19 0 0,-27 0 0,12 0 0,7 0 0,7 0 0,-1 0 0,18-15 0,-18 11 0,-3-8 0,1 0 0,11 10 0,3-5 0,-30 7 0,5-16 0,-16 12 0,0-12 0,0 16 0,0 0 0,0-8 0,0 6 0,0-5 0,0 7 0,0 0 0</inkml:trace>
  <inkml:trace contextRef="#ctx0" brushRef="#br0" timeOffset="10375">15258 14517 24575,'0'-10'0,"0"3"0,0 7 0,0-16 0,0 12 0,0-12 0,0 16 0,0-15 0,0 11 0,7-36 0,-5 35 0,6-27 0,8 15 0,-3-15 0,1-3 0,9 9 0,-1-1-274,-7-19 1,0 0 273,10 17 0,-3 3 0,-16-19 0,16 8 0,3 1 0,-4-7 0,-4 8 0,2 2 0,14-3 0,-21 3 0,7 16 0,1-1 0,-6-19 0,14 8 0,8-1-426,-10 7 0,1 0 1,1-2 425,-2 0 0,2-2 0,0-1 0,-1 2 0,7-3 0,-1 2 0,0-3 0,-2 2 0,1-2 0,0 0 0,-3 3 0,-2 0 0,-1 3 0,-1 0 0,2 2 0,1 1 0,-2-1 0,8-16 0,-4 4 0,0 10 0,-13-1 0,1 1 0,15 5 0,-13-15 0,13 15 0,-13-14 0,13 21 0,-15-8 0,-1 1 0,5 5 0,2-6 0,-1-1 512,-1 1-512,3 4 0,1-1 0,3-19 0,3 14 0,1-1 0,-8-6 0,12 3 0,-1 5 0,-21 15 0,13-13 0,-1-1 0,-13 8 0,7-4 0,-1-1 0,-8 5 0,27-11 0,-33 21 0,19-13 0,5-2 0,-7 11 0,6-12 0,1-3 0,7 2 0,-12-2 0,1-2 0,1 1 0,-1-1 0,-3 5 0,1-1 0,7-7 0,-3 3 1312,-6 9-1312,2-10 0,-1 1 0,-10 17 0,18-15 0,3-5 0,-1 5 0,0-3 0,1-3 0,-7 4 0,-1 1 0,-3-1 0,1 1 0,9 2 0,1 5 0,5-3 0,-10 1 0,1 3 0,7 8 0,-19-13 0,-1-2 0,16 10 0,-12-5 0,1-2 0,9 1 0,1-1 0,1-1 0,-1 1 0,-1 0 0,-1 1 0,-4-1 0,-1 2 0,4 4 0,-3-8 0,-3 1 0,-9 13 0,15-16 0,4-3 0,9 12 0,-12-7 0,2-2 0,6 4 0,-1 1 0,-12 3 0,-1-1 0,2-6 0,1 1 0,-3 6 0,1 0 0,2-7 0,-1-1 0,-6 7 0,1 1 0,14-11 0,2 1 0,-6 5 0,1 0 0,-3 3 0,1-2 0,1 0-1093,0 0 1,-1 0 0,-1 1 106,7-6 0,-1 1 986,4-1 0,-4 2-2138,-1 2 2138,-6 7 0,0 0-986,8-5 986,-7 5-189,2-7 1,3-1 188,-6 5 0,1 0 0,-1 2 0,0-3 1638,2-9 0,-3 3-871,9 8-767,-7-11 0,12 1 2575,-21 20-2575,0-14 0,1-3 0,16 0 0,-15 7 0,1 0 0,10-7 0,1 3 0,-9 11 0,-1 0 747,2-5 1,1-1-748,5 0 0,0 2 0,10-1 318,-9 3 1,2 1-319,-9 4 0,1 0 0,18-4 0,2 0 0,-1 2 0,2 0-347,-3 1 1,2-1 0,0 0 346,-2-2 0,-1-1 0,1 2 0,2 5 0,0 2 0,0-2 0,-2-2 0,-1-2 0,0 1 0,-3 1 0,0 2 0,1 0 0,1 2 0,0 0 0,0-2 0,-1-5 0,-1-2 0,1 1 0,2 4 0,1 2 0,0-3 0,1-6 0,0-1 0,1 1 0,1 6 0,0 2 0,-3 0 0,4-5 0,-2 0 0,-10 2 0,2 1 0,-1 0 0,9-1 0,2 0 0,-4 1 0,3-1 0,2 0-355,-10 0 0,0-1 0,2 1 0,-2 1 355,1 3 0,-1 2 0,0 0 0,-2-2 0,4-3 0,-1-1 0,0 2 0,1 3 0,1 1 0,-1 1-100,0-1 1,0 0 0,-1 0 99,2 0 0,0 0 0,-1 0 0,-1 0 0,0 0 0,-2 0 0,-3-1 0,-2 0 0,0 3 0,15 5 0,0 1 0,-9-6 0,1-2 0,0 2-368,-3 5 0,1 3 0,1-3 368,-1-5 0,3-2 0,0-1 0,-2 2 0,7 1 0,-2 1 0,2 0 0,-5-3 0,2 0 0,0 0 0,-1 0 0,5-1 0,0 0 0,-1 3 0,-2 2 0,-1 2 0,0-1-1093,-2-3 1,-1-2 0,-3 2 274,1 6 1,-3 0 817,1-7 0,0-2 450,-2 0 1,-1 2-451,7 6 0,0 2 0,0-7 0,1-1-176,-4 4 0,2 1 0,-3-1 176,-2 0 0,1-2 0,6-3 0,5 0 0,-3 2 0,-1 10 0,0-1 0,-4-8 0,3-4 0,-3 3 361,7 9 0,-2 2-361,1-4 0,-2 0 1638,-10-4 0,-3 1 1427,13 18-3032,-10-22-33,-13 21 0,13-19 1175,-21 12-1175,12-16 129,-22 0-129,5 8 0,-7-6 0,0 6 0,0-8 0,0 15 0,0-11 0,0 12 0,0-16 0,-7 0 0,5 0 0,-6 0 0,16 0 0,17 8 0,7-1 0,5 3 0,-8 5 0,2 3 0,1 0-277,3-1 1,1-1 0,1 0 276,5 1 0,2 0 0,-3 2 0,-12 2 0,-2 2 0,3-2 0,6-7 0,5-3 0,1-1 0,-4 4-1093,2 8 1,-3 3 0,2-2 14,2-4 1,1-2 0,0 0 1077,-3 0 0,0-1 0,-1 2-177,-5 2 0,-1 1 0,1-1 177,3-1 0,2 0 0,-3 0 0,7 7 0,-1 1 0,-11-11 0,1 1 0,-4-1 0,-6 1 0,-1 3 0,3 6 0,2 5 0,-4-4 0,-5-5 0,-3 1 0,2 25 0,-6 0 531,-9 1-531,0-18 0,0 1 1638,0-1 0,0-3 1596,0-7-3027,0 19 0,0-36 0,0 11 0</inkml:trace>
  <inkml:trace contextRef="#ctx0" brushRef="#br0" timeOffset="13711">27199 11148 24575,'30'0'0,"-3"0"0,0 0 0,5 0 0,-7 0 0,3 0 0,-1 0 0,-3 0 0,-3 0 0,10 7 0,1 2 0,1 3 0,-7-3 0,1-1 0,22 0 0,-35 8 0,25-12 0,-35 11 0,20-7 0,-23-6 0,31 22 0,-26-20 0,22 15 0,6 1 0,-8-14 0,7 17 0,1 1 0,-5-18 0,4 15 0,-1 5 0,-7-5 0,7-4 0,1 1 0,-4 16 0,4-16 0,1-1-534,-1 5 534,-1-6 0,1-1 0,4 3-717,-4-5 1,3 1 716,-9-1 0,2 1 0,6 1 0,4 0 0,-5-3 0,13 1 0,-11 0 0,6 1 0,-8-1 0,1-2 0,-4 0 0,5 1 0,-5-1 0,12 0 0,-11 2 0,4 2 0,-6-3 0,6-7 0,-6 4 0,6 3 0,-6-1 0,5 6 0,10-11 0,0 0 0,-12 18 0,7-14 0,1-3 0,0 5 0,-8 3 0,3 1 0,2-1 0,0-2 0,-12-3 0,-1 1 0,12 5 0,0 0 0,9 1 0,-8 1 0,0 0 0,5 3 0,1 4 0,0-3-815,-3-8 815,-7 0 0,6 4 0,-6-1-381,-11-3 0,1 1 381,9 1 0,7 1 0,0 1 0,-10-2 0,6 17 0,-5-16 0,9 1 0,1-1 0,-10-4 0,0 1 0,0 0 0,9 5 0,1 1 0,-10-3 0,4 11 0,-3-10 0,7 2 0,-6 1 0,-5 3 0,-3 1 0,7-1 0,1-1 0,-2-5 0,1 3 0,-5 4 0,2 4 0,-3-5 0,-4-10 0,-1 0 0,6 16 0,2 7 0,-3-6 0,14-4 0,-20 2 0,0 7 0,-2-7 0,12-1 0,-4 13 0,-3 0 0,-10-18 0,16 13 0,-3-1 0,-18-17 0,11 17 0,1 2 0,-2-13 0,-12 3 0,0 2 0,9 9 655,-10-13 0,-2 3-655,-2 16 0,0 4 0,2-14 0,0 0 0,-1 0-503,-2 8 0,0 2 503,0 2 0,0 3 0,0-9 0,0 1 0,0 1 0,0 9 0,0-7 0,0-12 0,0-1 0,-1 16 0,-1 7 0,-3-6 0,-2-11 0,-3 1 0,-1-1 0,-1 7 0,-2-1 0,0-5-684,-10 4 0,-1-1 684,3-1 0,-2 7 0,0 0 0,2-7 0,2-10 0,2-4 0,-3 2 0,-6 9 0,-3 5 0,0-1 0,1-6 0,-6 1 0,0-1 0,7-4 0,-2 5 0,-1-1 0,2-4 0,1-6 0,1-3 0,0 2 0,-6 7 0,-2 2 0,-1-5 0,-4-10 0,-2-5 0,2 1 0,1 4 0,-2-1 0,-2-7 0,-6-1 0,-3-1 0,4-2 0,-2-1 0,2-1 0,-1-1-465,7 1 0,-1 1 0,-1-1 0,-2-1 465,0-2 0,-4-2 0,-1 1 0,4-1 0,6 2 0,-5 3 0,-2 0 0,11-3 0,-7-1 0,-6 0 0,-1-1 0,2 1 0,4 1 0,8 0 0,1 1 0,7 1 0,-6-1 0,-3 1 0,-8-1 0,-4 1 0,-2-1 0,2 0 0,4 0 0,8 0 0,1-1 0,6 1 0,-5-1 0,-4 1 0,-7 1 0,-4 0 0,0 0 0,3 0 0,7-1 0,-1-2 0,6 0 0,-6 0 0,2 0 0,-7 0 0,-4 0 0,1 0 0,3 0 0,6 0 0,-1 0 0,6 0 0,-5 0 0,-2 0 0,-5 0 0,-2 0 0,-1 0 0,3 0-656,6 0 1,1 0-1,1 0 1,0 0 0,0 0 313,-8 0 1,1 0 0,0 0 0,-2 0 341,6 0 0,-2 0 0,-1 0 0,2 0 0,3 0-321,-8 0 0,3 0 1,-2 0 320,0 0 0,-3 0 0,0 0 0,5 0 0,5 0 0,3 0 0,-5 0 0,4 0 0,-5 0 0,-4 0 0,1 0 0,1 0 0,4 0 0,-1 0 0,3 0 0,1 0 0,-2 0 0,1 0 0,-3 0 0,0 0 0,0 0 0,1 0 0,-10 0 0,0 0 0,2 0 0,6 0 0,8 0 0,5 0 0,-4 0 0,-3 0 0,-4 0 0,-2 0 0,1 0 0,4 0-162,-2 0 1,4 0 0,-5 0 161,4-2 0,-5-1 0,-3 0 0,0 0 0,2 0 0,5 1 0,-8 1 0,5 0 0,-7-1 0,11 0 0,-7-1 0,-3 0 0,-3-1 0,-1 1 0,3-1 0,2 1 0,5 2-371,-8 0 0,5 1 0,1 0 0,-5-1 371,6-2 0,-4 0 0,-2-1 0,-1 0 0,0 0 0,1 1 0,2 0 0,-3 2 0,1 0 0,1 1 0,0 0 0,3 0 0,2-2 394,0-1 0,3-2 0,1 1 0,-7 0-394,7 3 0,-5 0 0,-3 0 0,-1 1 0,-1-1 0,2 0 0,2 0 0,3 0 0,-3-2 0,3-1 0,2 0 0,0 0 0,-2 1-113,1 1 0,0 0 0,-1 1 0,-1-1 0,0 0 0,0-1 113,-5-1 0,-2-1 0,-1-1 0,2 0 0,3 0 0,6 2 0,-2 0 0,5 0 0,-6 0 0,4 0 0,-6-1 0,-5 0 0,0 0 0,-1-1 0,3 2 0,6 0-218,-5 0 1,6 1-1,0 1 1,-7-1 217,7 1 0,-4 0 0,-4-1 0,-1 1 0,-1 0 0,2 0 0,2 0 0,5 1 0,-1 1 0,3 0 0,3 0 0,-2 0 0,-4 0 0,-1 0 0,-3 0 0,-3 0 0,0 0 0,1 0 0,2 0 0,3 0 0,-8 0 0,4 1 0,1-1 0,-4-1 0,11 1 0,-2-1 0,-1 0 0,-2 0 0,0 0 0,-1-1 0,1 1 0,-2-1 0,-1 0 0,-1-1 0,1 1 0,-2-1 0,0 0 0,-1 0 0,7 0 0,-2-1 0,-1 0 0,0 0 0,0-1 0,0 1 0,0 0 0,2 0 0,2 1 0,-4-1 0,2 1 0,1 0 0,0 0 0,1 1 0,-1-1 0,-1-1 0,-4 0 0,-2-1 0,-1-1 0,1 1 0,3 0 0,4 1 0,6 2 0,0 0 0,7 2 0,-6 0 0,1-1 0,-7-1 0,-2 1 0,0-1 0,1 1 0,6 0 0,-6 1 0,5 0 0,-5 0 0,2 0 0,-6 0 0,-3 0 0,0 0 0,3 0 0,6 0 0,-3-1 0,6 1 0,-5 1 0,3 1 0,-6 2 0,-3 0 0,0 1 0,4-1 0,6 0 0,1 0 0,5 0 0,-5 2 0,-1 2 0,-6 3 0,-3 2 0,-1 0 0,4-2 0,7-2 0,0-3 0,6-2 0,-5 3 0,-6 6 0,-6 5 0,-2 1 0,3-2 0,9-5 0,-1-7 0,1 0 0,-1 4 0,-7 4 0,0 1 0,7-3 969,0-1 0,2-3-969,-2-2 0,-3-2 0,1 1 0,-5 4 0,-2 0 0,3-7 0,-4-1 0,4-1 0,2 1 0,-2 0 0,8-3 0,-4-2 0,0 1 0,5 0 0,-2 2 0,0 0 0,3-1 0,-5-1 0,0-1 0,4 1 0,-3 0 0,0 1 0,1 2 0,-6 3 0,0-2 0,8-3 0,4-9 0,-1 0 0,-8 6 0,-8 2 0,-2 0 0,6-1 0,5-4 0,3 0 0,0-1 0,-2-1 0,-1-1 0,-2 2 0,5 4 0,-2 2 0,2 0 0,7-2 0,6-2 0,1-1 0,-18 0 0,-8 1 0,6 1 0,15 1 0,-1 0 0,-12 1 0,-7-1 0,4 0 609,1-6 0,0 0-609,8 5 0,-4 1 0,0-1 0,7 0 0,1-4 0,3 0 0,-18-7 0,10 5 0,32 11 2698,-25-22-2698,29 13 0,-6-38 0,8 25 0,0-11 0,0-2 0,0-5 127,0-3 1,0-2-128,0 19 0,0-3 0,0-13 0,-1-8 0,2 1-967,1 6 1,0 1-1,2 0 967,0 0 0,2 1 0,2-1 0,1-7 0,3 0 0,2 8-131,4 15 1,1 3 130,-1-16 0,-1-2 0,1 7 0,-2 3 0,-7 8 0,1 1 0,7-2 0,0 1 0,-6-8 30,11 15 0,3 0-30,7-11 0,-15 8 0,3 1 0,4 9 0,-1 2 0,-1-8 0,21-7 0,-16 20 0,6-11 0,-21 15 3224,4 0-3224,7-8 0,15 6 0,-12-10 0,2 0 0,11 10 0,-1 0 0,-13-5 0,-1-1 0,14-1 0,-2 2 3276,4 3-1769,-10-4 0,-2 0-1507,2 8 0,19 0 0,-35 0 1490,25 0-1490,-28 0 0,7 0 0,21 0 0,-23-7 0,17 5 0,-9-6 0,-12 8 0,21 0 0,-14 0 0,-1 0 0,-10 0 0,-8 0 0,0 0 0,0 0 0</inkml:trace>
  <inkml:trace contextRef="#ctx0" brushRef="#br0" timeOffset="31608">27058 12242 24575,'25'-22'0,"-1"1"0,-8-2 0,1 1 0,17 3 0,-1 0 0,-17-2 0,-3 1 0,13 8 0,-3-3 0,-11 15 0,21-8 0,-21 6 0,9-8 0,5-4 0,10 1 0,-1-1 0,-12 3 0,1 0 0,20-10 0,-2 3 0,-12 14 0,-1-11 0,10 15 0,-35 0 0,20-8 0,1 6 0,12-6 0,-6 0 0,-1 0 0,9 4 0,-14-4 0,-1 1 0,11 7 0,-5 0 0,-5 0 0,-17 0 0,8 0 0,11 0 0,-1 0 0,1 0 0,20 0 0,-17 0 0,-1 0 0,8 0 0,-1 0 0,-19 0 0,-9 15 0,8-11 0,-5 20 0,23 1 0,-15-11 0,-1 7 0,-2-3 0,-5-14 0,5 27 0,-16-27 0,0 12 0,0-16 0,0 0 0,0 8 0,0-6 0,0 6 0,0 15 0,0 7 0,0 15 0,0-10 0,0 6 0,0-4 0,0-7 0,-16 9 0,13-35 0,-21 35 0,6-10 0,1-6 0,-1 0 0,-11 12 0,3-2 0,3-21 0,19 11 0,-20-21 0,7 22 0,-11-12 0,7 3 0,-1 3 0,-1 0 0,1-1 0,-15 5 0,15-1 0,3-3 0,-1-14 0,2 19 0,11-21 0,-9 6 0,4 8 0,-6-12 0,-13 12 0,10-9 0,-4 2 0,-1 0 0,-19 3 0,22 0 0,0-1 0,-3-9 0,1-2 0,-4 8 0,-20-8 0,23 0 0,-1 0 0,-12 0 0,-2 0 0,-5 0 0,2 0 0,15 0 0,1 0 0,-5 0 0,3 0 0,1 0 0,2 0 0,1 0 0,-4 0 0,-9 0 0,27 0 0,-5 0 0,-7-8 0,13 6 0,-23-21 0,15 11 0,2-8 0,0-1 0,-2 7 0,1-25 0,-5 35 0,19-27 0,-12 19 0,8-21 0,-10-3 0,7 7 0,-2 5 0,2-1 0,9-2 0,2 1 0,-8-7 0,0 1 0,1 1 0,3 9 0,-12-13 0,16 17 0,0 11 0,0 7 0,0 0 0,0-16 0,0 12 0,0-19 0,16 21 0,-12-6 0,11-8 0,-7 12 0,-6-12 0,6 16 0,8 0 0,-12 0 0,11 0 0,-15 0 0,0 0 0,8 0 0,-6-7 0,6 5 0,8-6 0,-12 8 0,11 0 0,-7 0 0,-6 0 0,6 0 0</inkml:trace>
  <inkml:trace contextRef="#ctx0" brushRef="#br0" timeOffset="49974">22666 15011 24575,'8'-27'0,"9"-7"0,-5 15 0,12 1 0,-22-5 0,6 19 0,7-12 0,-3 8 0,21-10 0,-13 7 0,1-10 0,-1 2 0,-6 14 0,13-17 0,1-3 0,-13 3 0,14 5 0,-1-1 0,-14-16 0,25 15 0,-35 1 0,20 10 0,-23 8 0,7-15 0,8 11 0,-12-12 0,19 16 0,-21 0 0,22-8 0,-12 6 0,21-21 0,2 19 0,-13-20 0,17 22 0,-27-5 0,5 7 0,-9 0 0,8 0 0,-12 0 0,12 0 0,-16 0 0,0 0 0,7 0 0,19 0 0,-12 0 0,25 0 0,-27 0 0,21-16 0,-21 12 0,11-12 0,-21 16 0,6 0 0,8 0 0,-12 0 0,11 0 0,-15 0 0,8 0 0,-6 0 0,22 0 0,-21 0 0,37 16 0,-34-12 0,33 12 0,-35-16 0,19 0 0,-21 0 0,6 7 0,-8-5 0,0 6 0,0-8 0,0 0 0,0 16 0,16-12 0,-12 11 0,11-15 0,-15 8 0,8 10 0,10 17 0,1-5 0,-2-9 0,0-1 0,-6-1 0,5-1 0,-8-10 0,-6-8 0,6 15 0,-8-11 0,0 12 0,0-16 0,0 0 0,0 8 0,0-6 0,0 21 0,0 5 0,0-7 0,0 26 0,0-25 0,0 3 0,0 1 0,0 3 0,0 13 0,0-23 0,15-1 0,-11 5 0,12-19 0,-16 12 0,0-8 0,0 9 0,0-5 0,0 19 0,0-19 0,0 6 0,-16-10 0,12-8 0,-11 0 0,15 0 0,-8 15 0,-10 13 0,-1-7 0,2 4 0,0-3 0,-2-8 0,1 7 0,2-1 0,5-8 0,-5 12 0,16-22 0,-8 5 0,6 9 0,-29-4 0,9 5 0,-2-5 0,-3 0 0,-10 8 0,2 7 0,4-6 0,-3-1 0,2-5 0,-3 0-764,-2 3 0,-5 3 0,0-2 764,-1-3 0,0-1 0,4 1 0,9 1 0,3 2 0,-3-2 0,-9 1 0,-3-1 0,4-1-159,-1 3 0,1-1 159,3-5 0,-2-1 0,1-1 0,-1-1 0,2-3 0,4-2 0,5-2 0,14-3 0,-11 0 2252,5-23-2252,-9 1 358,-1-13-358,-5 2 0,13 13 0,4 0 0,-1-1 0,-2-9 0,-15-5 0,22 18 0,-11-7 0,21 20 0,-6-12 0,8 9 0,0 5 0,0-22 0,0-3 0,0 5 0,0-25 0,0 18 0,3 3 0,2-1 0,13-18 0,1 9 0,15 3 0,-23 21 0,13-11 0,-7 5 0,-5-1 0,12 1 0,-7-21 0,11 31 0,-9-23 0,-3 23 0,-16 6 0,8-6 0,-6 8 0,21 0 0,-19-16 0,20 12 0,-22-11 0,6 15 0,-8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17:32:09.888"/>
    </inkml:context>
    <inkml:brush xml:id="br0">
      <inkml:brushProperty name="width" value="0.05292" units="cm"/>
      <inkml:brushProperty name="height" value="0.05292" units="cm"/>
      <inkml:brushProperty name="color" value="#FF0000"/>
    </inkml:brush>
  </inkml:definitions>
  <inkml:trace contextRef="#ctx0" brushRef="#br0">18045 12101 24575,'13'0'0,"9"0"0,15 0 0,-5 0 0,1 0 0,8 0 0,1 0 0,0 0 0,-1 0 0,1 0 0,-3 0 0,-14 0 0,16 0 0,-1 0 0,-23 0 0,30 0 0,-29 0 0,17 0 0,-13 0 0,1 0 0,-7 0 0,-12 0 0,19 0 0,-5 0 0,17 0 0,-13 0 0,9 0 0,-29 0 0,22 15 0,-20-11 0,19 12 0,-21-8 0,6-6 0,8 6 0,-13-8 0,13 0 0,-16 15 0,0-11 0,8 12 0,-6-16 0,21 8 0,-19-6 0,20 21 0,-6-19 0,9 20 0,16-7 0,-21-5 0,9 11 0,-13-21 0,-7 6 0,13 8 0,-22-12 0,6 12 0,-8-1 0,15-11 0,-11 12 0,12-8 0,-16 9 0,0 3 0,0-2 0,0 13 0,0-25 0,0 17 0,0-7 0,0-12 0,0 12 0,0-9 0,-16 11 0,5-6 0,-9 8 0,-2-1 0,-7-5 0,2 11 0,5-4 0,4-3 0,13-10 0,-14 11 0,-2 1 0,10-2 0,-23-6 0,15 11 0,1-21 0,-13 22 0,9-20 0,-6 15 0,-3 1 0,-16-14 0,11 10 0,-4-1 0,-8-12 0,0-4-1639,4 5 1,2 0 833,-1-4 0,-1 0 805,-6 0 0,2 0-1344,20 0 1,1 0 1343,-11 0 0,0 0-918,-3 0 918,21 0 0,-13-8 0,-2-17 3276,5-13-3036,8-3 1,3-2-3264,7-2 3023,3 6 0,3 6 0,6 21 974,0-12-974,0 7 0,0 5 0,0-4 0,0 16 0,0-8 3276,0 6 0,0-5-3044,0 7-232,0 0 0,0-16 0,0 12 0,0-20 0,0 23 0,0-23 0,0-3 0,0-19 0,7 20 0,1 0 0,-4-20 0,12 19 0,-16 4 0,0 21 0,0-6 0,0-8 0,8 12 0,-6-12 0,6 16 0,-8 0 0,0-7 0,0-11 0,15 6 0,-11-11 0,20 5 0,-22 6 0,6-11 0,-8 21 0,15-6 0,-11 8 0,12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17:32:21.100"/>
    </inkml:context>
    <inkml:brush xml:id="br0">
      <inkml:brushProperty name="width" value="0.05292" units="cm"/>
      <inkml:brushProperty name="height" value="0.05292" units="cm"/>
      <inkml:brushProperty name="color" value="#FF0000"/>
    </inkml:brush>
  </inkml:definitions>
  <inkml:trace contextRef="#ctx0" brushRef="#br0">27076 12083 24575,'0'-20'0,"0"5"0,0 15 0,15 0 0,-3 0 0,6 0 0,-10 0 0,7 0 0,5 0 0,23 0 0,-14 0 0,20 0 0,-22 0 0,-1 0 0,2 0 0,1 0 0,13 0 0,0 0 0,-9 0 0,-1 0 0,4-1 0,-1 2 0,-4 6 0,-2 1 0,-2-6 0,-1 0 0,-3 10 0,-1 0 0,14-10 0,-3 21 0,-6-19 0,-7 12 0,-4-8 0,-8 9 0,17 3 0,-11 13 0,25-13 0,-27-2 0,5 5 0,7-11 0,-12 21 0,5-5 0,7 15 0,-12-14 0,4-7 0,1-3 0,-5-7 0,3 4 0,-15-8 0,0-7 0,0 23 0,-15-12 0,-13 21 0,7-15 0,-3-1 0,-5-3 0,-3 2 0,-4 13 0,2-1 0,-7-13 0,9 6 0,1-3 0,2-16 0,3 10 0,-1 0 0,-18-8 0,20 8 0,-1-1 0,-8-9 0,-1-2 0,-2 12 0,0 0 0,-7-10 0,-1 0 0,1 6 0,2-1 0,-7-7 0,16 0 0,1 0 0,3 0 0,4-7 0,-1-1 0,-11 4 0,12-7 0,-1-2 0,-19-4 0,14 0 0,1-2 0,-1-2 0,1-1 0,5 5 0,19 13 0,-33-20 0,19 7 0,-7-3 0,8-11 0,4-3 0,4-1 0,2-1 0,2-2 0,6 6 0,2 3 0,-1-12 0,0 10 0,0 5 0,0 14 0,0-11 0,23-3 0,-1 12 0,2-1 0,3-11 0,2 1 0,7 9 0,-3 2 0,-4-11 0,11 17 0,-37 8 0,13-16 0,-16 12 0,0-11 0,0 15 0,8 0 0,-6 0 0,6-8 0,-8 6 0,0-6 0,0 8 0,15 0 0,-11-16 0,12 12 0,-16-27 0,0 27 0,0-11 0,0 7 0,8 6 0,-6-6 0,6-8 0,-8 12 0,0-19 0,0 21 0,0-6 0,0 8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17:32:42.900"/>
    </inkml:context>
    <inkml:brush xml:id="br0">
      <inkml:brushProperty name="width" value="0.05292" units="cm"/>
      <inkml:brushProperty name="height" value="0.05292" units="cm"/>
      <inkml:brushProperty name="color" value="#FF0000"/>
    </inkml:brush>
  </inkml:definitions>
  <inkml:trace contextRef="#ctx0" brushRef="#br0">22543 14817 24575,'19'-16'0,"11"3"0,3-1 0,2-16 0,-5 14 0,7-1 0,-4 1 0,-2 1 0,-3 1 0,0 0 0,-3 1 0,-2-3 0,-7 16 0,-12 0 0,12-8 0,-1 6 0,13-6 0,17-7 0,-16 11 0,-4-8 0,-3 0 0,-8 10 0,9-9 0,3-1 0,3 8 0,-4-4 0,1 0 0,11 8 0,-1-8 0,-3 6 0,2-5 0,-9 6 0,1 2 0,1-1 0,-1 0 0,0 0 0,-1 0 0,0 0 0,-1 0 0,12 0 0,-1 0 0,-3 0 0,2 0 0,-13 0 0,5 0 0,1 0 0,3 0 0,-5-1 0,1 2 0,8 6 0,-2-5 0,-5 6 0,-9 8 0,5-12 0,-6 11 0,-7-15 0,5 0 0,-8 8 0,-6-6 0,21 6 0,-19-8 0,20 16 0,-22-5 0,21 23 0,-11-15 0,21 15 0,-21-23 0,12 13 0,-22-6 0,5 1 0,9-1 0,-12-10 0,12 7 0,-16-11 0,0 12 0,0 0 0,0-12 0,0 19 0,0-5 0,0-6 0,0 11 0,0-5 0,0 1 0,0-1 0,0 5 0,0-19 0,0 20 0,0-22 0,0 6 0,0 7 0,-16 13 0,11 2 0,-2 1 0,-26 2 0,22 3 0,2-2 0,-8-10 0,3 5 0,4 1 0,6-9 0,-8 5 0,1-5 0,9-15 0,-6 26 0,8-30 0,-16 5 0,12-7 0,-35 16 0,-6-12 0,6 7 0,-2 1 0,12-2 0,-1-2-946,-20-2 1,4 0 945,11 10 0,-2-16 0,-1 0 0,1 15 0,12-13 0,-1 0 0,-19 14 0,8-16 0,-4 0 0,29 0 0,-27 0 0,33 0 0,-26 0 1891,15 0-1891,-19 0 0,-9 0 0,0 0 0,10 0 0,17 0 0,-13-16 0,9 12 0,-3-11 0,-1-1 0,-3 4 0,5-5 0,-1 1 0,-4 4 0,4-7 0,-1-1 0,-12 6 0,12-6 0,2-1 0,-6 1 0,10 4 0,-1-1 0,-14-3 0,5-13 0,5 21 0,17-11 0,-8 21 0,12-22 0,-11 5 0,15-9 0,0 11 0,0-7 0,0 12 0,0-21 0,0 21 0,0-11 0,0 21 0,0-22 0,0 20 0,0-19 0,0 21 0,0-22 0,0 21 0,0-13 0,0 16 0,0-8 0,0 6 0,0-6 0,0-7 0,0 11 0,0-20 0,0 6 0,0-9 0,0 7 0,0-3 0,0 21 0,0-6 0,0-8 0,0 28 0,0 0 0,-8 25 0,0-10 0,-2-3 0,-2-2 0,-3 1 0</inkml:trace>
  <inkml:trace contextRef="#ctx0" brushRef="#br0" timeOffset="3034">22789 6262 24575,'28'0'0,"13"0"0,-27 0 0,25 0 0,-19 0 0,7 0 0,-9 0 0,5 0 0,-19-8 0,12 6 0,-8-5 0,17 7 0,12 0 0,-4-8 0,3 0 0,0 6 0,0 0 0,1-6 0,-1 0 0,-1 6 0,-1 4 0,-4 5 0,0 2 0,-2-4 0,-1 2 0,11 11 0,1 5 0,-3-1 0,0 1 0,1-4 0,-1 1 0,-2 6 0,0-3 0,-6-13 0,-3 0 0,12 23 0,5-13 0,-23 13 0,14-21 0,-5 11 0,-9-21 0,5 22 0,-22-13 0,21 23 0,-11 1 0,6 10 0,-5-19 0,-3 1 0,-6 18 0,12-10 0,-16 7 0,0-13 0,1-4 0,-2 1 0,-15 19 0,5-16 0,-5-7 0,-2-4 0,-1-15 0,-15 21 0,7-22 0,-16 6 0,16-8 0,1 0 0,-21 0 0,18 0 0,-1 0 0,4 0 0,-1 0 0,-9 0 0,2 0 0,-8 0 0,13 0 0,4 0 0,13 0 0,-29 0 0,11-24 0,5 14 0,-1-1 0,4-14 0,-1-1 0,-3 10 0,-1 2 0,4 2 0,1-1 0,-13-11 0,17 20 0,-5-11 0,11 7 0,-16-1 0,-1 0 0,12-2 0,-17-9 0,-3 0 0,6 7 0,-4-8 0,1 0 0,3 10 0,-9-13 0,38 22 0,-21-37 0,11 23 0,4-7 0,-1-3 0,-15-9 0,20 14 0,-12-3 0,16 16 0,0 6 0,0-21 0,0 19 0,0-20 0,0-1 0,0 11 0,0-9 0,0 7 0,0 4 0,0-6 0,0 11 0,0 7 0,0 0 0,0-16 0,0 12 0,16-12 0,-12 16 0,12 0 0,-16 0 0,0-15 0,0 11 0,0-12 0,0 16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4B1ABF-BAF2-0E4B-88A8-8F2BBF0074AC}" type="datetimeFigureOut">
              <a:rPr lang="en-US" smtClean="0"/>
              <a:t>10/14/25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10047-E131-0346-ABBC-77645D001C55}" type="slidenum">
              <a:rPr lang="en-US" smtClean="0"/>
              <a:t>‹#›</a:t>
            </a:fld>
            <a:endParaRPr lang="en-US"/>
          </a:p>
        </p:txBody>
      </p:sp>
    </p:spTree>
    <p:extLst>
      <p:ext uri="{BB962C8B-B14F-4D97-AF65-F5344CB8AC3E}">
        <p14:creationId xmlns:p14="http://schemas.microsoft.com/office/powerpoint/2010/main" val="2177246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a:t>
            </a:fld>
            <a:endParaRPr lang="en-US"/>
          </a:p>
        </p:txBody>
      </p:sp>
    </p:spTree>
    <p:extLst>
      <p:ext uri="{BB962C8B-B14F-4D97-AF65-F5344CB8AC3E}">
        <p14:creationId xmlns:p14="http://schemas.microsoft.com/office/powerpoint/2010/main" val="305624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13</a:t>
            </a:fld>
            <a:endParaRPr lang="en-US"/>
          </a:p>
        </p:txBody>
      </p:sp>
    </p:spTree>
    <p:extLst>
      <p:ext uri="{BB962C8B-B14F-4D97-AF65-F5344CB8AC3E}">
        <p14:creationId xmlns:p14="http://schemas.microsoft.com/office/powerpoint/2010/main" val="3967573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14</a:t>
            </a:fld>
            <a:endParaRPr lang="en-US"/>
          </a:p>
        </p:txBody>
      </p:sp>
    </p:spTree>
    <p:extLst>
      <p:ext uri="{BB962C8B-B14F-4D97-AF65-F5344CB8AC3E}">
        <p14:creationId xmlns:p14="http://schemas.microsoft.com/office/powerpoint/2010/main" val="4078470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15</a:t>
            </a:fld>
            <a:endParaRPr lang="en-US"/>
          </a:p>
        </p:txBody>
      </p:sp>
    </p:spTree>
    <p:extLst>
      <p:ext uri="{BB962C8B-B14F-4D97-AF65-F5344CB8AC3E}">
        <p14:creationId xmlns:p14="http://schemas.microsoft.com/office/powerpoint/2010/main" val="3123597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27</a:t>
            </a:fld>
            <a:endParaRPr lang="en-US"/>
          </a:p>
        </p:txBody>
      </p:sp>
    </p:spTree>
    <p:extLst>
      <p:ext uri="{BB962C8B-B14F-4D97-AF65-F5344CB8AC3E}">
        <p14:creationId xmlns:p14="http://schemas.microsoft.com/office/powerpoint/2010/main" val="938887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D1CAB-AB50-454B-B04D-E06D056642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2DF1B7-E36E-6D4C-92F5-EFE2BEAFC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5ECD7F-BEA5-4D4D-BE8A-03D4AE9DEBC7}"/>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5" name="Footer Placeholder 4">
            <a:extLst>
              <a:ext uri="{FF2B5EF4-FFF2-40B4-BE49-F238E27FC236}">
                <a16:creationId xmlns:a16="http://schemas.microsoft.com/office/drawing/2014/main" id="{5F388066-452A-8245-8511-94BFE62FC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A180D-DD45-F346-BE9B-3E8AF1BD6AB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4253115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89C8-E319-A140-81ED-8DC64C3BEE59}"/>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461AA9F8-7BF4-3649-A3FA-F82572D370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09B26-5D8A-9D40-BB52-E4E2136A219F}"/>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5" name="Footer Placeholder 4">
            <a:extLst>
              <a:ext uri="{FF2B5EF4-FFF2-40B4-BE49-F238E27FC236}">
                <a16:creationId xmlns:a16="http://schemas.microsoft.com/office/drawing/2014/main" id="{07119CF7-10D8-E940-9A76-756E34A7C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FA0CD-3811-3C41-B371-D9F541386BE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5638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17C31-3AE3-B44B-B806-C9F7646E11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FC74CB-1E9D-EB47-8273-E824D634B8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5BB330-9C49-E846-B60B-26EFB104483D}"/>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5" name="Footer Placeholder 4">
            <a:extLst>
              <a:ext uri="{FF2B5EF4-FFF2-40B4-BE49-F238E27FC236}">
                <a16:creationId xmlns:a16="http://schemas.microsoft.com/office/drawing/2014/main" id="{240F3F64-CB85-5540-85B6-11151A6F0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9ABE2C-7E2E-0044-8A23-C847A87F887F}"/>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743929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C9C6-7794-4045-9C4D-F389DF84787E}"/>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F681D370-B4F7-274E-98C3-09FFAD98BF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FBAC88-D941-6147-9BC6-F33ABF1BE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8BC82D-C44F-134E-B602-6D1762D7416F}"/>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6" name="Footer Placeholder 5">
            <a:extLst>
              <a:ext uri="{FF2B5EF4-FFF2-40B4-BE49-F238E27FC236}">
                <a16:creationId xmlns:a16="http://schemas.microsoft.com/office/drawing/2014/main" id="{2C1A3F2C-46AC-2D48-BDEA-4E97468C17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205A3C-80D0-A34A-84B9-73C7AAA7722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826684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1B601-30AA-864B-8CAE-D7462F472E51}"/>
              </a:ext>
            </a:extLst>
          </p:cNvPr>
          <p:cNvSpPr>
            <a:spLocks noGrp="1"/>
          </p:cNvSpPr>
          <p:nvPr>
            <p:ph type="title"/>
          </p:nvPr>
        </p:nvSpPr>
        <p:spPr>
          <a:xfrm>
            <a:off x="839788" y="365125"/>
            <a:ext cx="10515600" cy="1325563"/>
          </a:xfrm>
        </p:spPr>
        <p:txBody>
          <a:bodyPr/>
          <a:lstStyle>
            <a:lvl1pPr algn="ctr">
              <a:defRPr/>
            </a:lvl1pPr>
          </a:lstStyle>
          <a:p>
            <a:r>
              <a:rPr lang="en-US" dirty="0"/>
              <a:t>Click to edit Master title style</a:t>
            </a:r>
          </a:p>
        </p:txBody>
      </p:sp>
      <p:sp>
        <p:nvSpPr>
          <p:cNvPr id="3" name="Text Placeholder 2">
            <a:extLst>
              <a:ext uri="{FF2B5EF4-FFF2-40B4-BE49-F238E27FC236}">
                <a16:creationId xmlns:a16="http://schemas.microsoft.com/office/drawing/2014/main" id="{2CCEE3AF-3CA2-544A-B58C-238A02761B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EF6DCA-044C-9749-984C-1F786319E5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B7EDD4-FD70-F84D-8856-EAA12A6793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A30E22-29DF-6244-A34F-F79E5EED9F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99684B-46CD-D144-AD76-83D9E3F6ED87}"/>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8" name="Footer Placeholder 7">
            <a:extLst>
              <a:ext uri="{FF2B5EF4-FFF2-40B4-BE49-F238E27FC236}">
                <a16:creationId xmlns:a16="http://schemas.microsoft.com/office/drawing/2014/main" id="{618DBBD2-1778-114E-9148-5913A78D3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F1E1B6-2DCB-7E4C-92CF-3A6FD26BA9A8}"/>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58992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1768-18F4-944D-8B40-29B5C7AC0786}"/>
              </a:ext>
            </a:extLst>
          </p:cNvPr>
          <p:cNvSpPr>
            <a:spLocks noGrp="1"/>
          </p:cNvSpPr>
          <p:nvPr>
            <p:ph type="title"/>
          </p:nvPr>
        </p:nvSpPr>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2663B43E-21A1-7545-9A35-CC87E7747FEB}"/>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4" name="Footer Placeholder 3">
            <a:extLst>
              <a:ext uri="{FF2B5EF4-FFF2-40B4-BE49-F238E27FC236}">
                <a16:creationId xmlns:a16="http://schemas.microsoft.com/office/drawing/2014/main" id="{2B9654D0-04B2-2548-9FBD-5242066802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B61330-9DBE-AB4A-9C30-E72F61C85BF4}"/>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21548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364A2-06CD-5C40-9B1C-1FF81AF5E478}"/>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3" name="Footer Placeholder 2">
            <a:extLst>
              <a:ext uri="{FF2B5EF4-FFF2-40B4-BE49-F238E27FC236}">
                <a16:creationId xmlns:a16="http://schemas.microsoft.com/office/drawing/2014/main" id="{567D1A39-4A51-624D-AF88-C45CB1B928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510F21-1DE7-B243-BD5D-08AA9D30CC9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8568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1C07-986E-D44C-8084-EF23A87A8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E60D54-D6EE-B444-9F23-1B02E8FE9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8DD51-C767-5847-A748-1B10D8F52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1E32EC-E8AF-6F43-89E4-0CE93890C950}"/>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6" name="Footer Placeholder 5">
            <a:extLst>
              <a:ext uri="{FF2B5EF4-FFF2-40B4-BE49-F238E27FC236}">
                <a16:creationId xmlns:a16="http://schemas.microsoft.com/office/drawing/2014/main" id="{B34BCBE3-C6BF-E444-A8F7-417155533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2E21D-8539-E647-9CBC-4BB7BC817D13}"/>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956155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DD87-2747-1E4D-8525-CAB9F080E41E}"/>
              </a:ext>
            </a:extLst>
          </p:cNvPr>
          <p:cNvSpPr>
            <a:spLocks noGrp="1"/>
          </p:cNvSpPr>
          <p:nvPr>
            <p:ph type="title"/>
          </p:nvPr>
        </p:nvSpPr>
        <p:spPr>
          <a:xfrm>
            <a:off x="839788" y="457200"/>
            <a:ext cx="3932237" cy="1600200"/>
          </a:xfrm>
        </p:spPr>
        <p:txBody>
          <a:bodyPr anchor="b"/>
          <a:lstStyle>
            <a:lvl1pPr algn="ct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BC77A76-802C-774E-B82D-A7FD679370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90B91A-5C3A-AE4D-9E83-3E73662DE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3249E4-BD91-E94D-8D56-78F34E2E9AD6}"/>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6" name="Footer Placeholder 5">
            <a:extLst>
              <a:ext uri="{FF2B5EF4-FFF2-40B4-BE49-F238E27FC236}">
                <a16:creationId xmlns:a16="http://schemas.microsoft.com/office/drawing/2014/main" id="{E075AB9F-6D7B-7B49-A36C-B2BBCD10D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DD4DB-B81E-1446-A526-4F8844BC9B4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3115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71B4-4124-0844-9579-981889A163AD}"/>
              </a:ext>
            </a:extLst>
          </p:cNvPr>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63037BA5-B7DB-8244-A55A-020B13A390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61EA8-2460-5340-BE0E-0EEF224DFF4A}"/>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5" name="Footer Placeholder 4">
            <a:extLst>
              <a:ext uri="{FF2B5EF4-FFF2-40B4-BE49-F238E27FC236}">
                <a16:creationId xmlns:a16="http://schemas.microsoft.com/office/drawing/2014/main" id="{66AA5A18-8E9C-134B-83B1-4E06F30D4C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48EE6-42F5-6848-B2CE-7E9DBFD5A44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72065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5BDBDF-524C-154B-9900-44A8F819B6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1D9678-B3E4-D940-AE48-EC66DF483E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8946D9-D246-D843-B05D-A5AF81C8AEA6}"/>
              </a:ext>
            </a:extLst>
          </p:cNvPr>
          <p:cNvSpPr>
            <a:spLocks noGrp="1"/>
          </p:cNvSpPr>
          <p:nvPr>
            <p:ph type="dt" sz="half" idx="10"/>
          </p:nvPr>
        </p:nvSpPr>
        <p:spPr/>
        <p:txBody>
          <a:bodyPr/>
          <a:lstStyle/>
          <a:p>
            <a:fld id="{BA763BF8-AC66-E249-9CE8-8353EEB16B82}" type="datetimeFigureOut">
              <a:rPr lang="en-US" smtClean="0"/>
              <a:t>10/14/25</a:t>
            </a:fld>
            <a:endParaRPr lang="en-US"/>
          </a:p>
        </p:txBody>
      </p:sp>
      <p:sp>
        <p:nvSpPr>
          <p:cNvPr id="5" name="Footer Placeholder 4">
            <a:extLst>
              <a:ext uri="{FF2B5EF4-FFF2-40B4-BE49-F238E27FC236}">
                <a16:creationId xmlns:a16="http://schemas.microsoft.com/office/drawing/2014/main" id="{0EE22E6F-3988-E74E-B293-BD840BD63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66EBE-72AA-174F-9968-BF4561A9EE79}"/>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3168695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980386-ACEA-864A-8B44-C8DEA7D4F6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05CBA7B-6DA4-B74E-ACD6-EC151070E9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E6E3B-4059-8547-9F14-BCA09AE962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BA763BF8-AC66-E249-9CE8-8353EEB16B82}" type="datetimeFigureOut">
              <a:rPr lang="en-US" smtClean="0"/>
              <a:pPr/>
              <a:t>10/14/25</a:t>
            </a:fld>
            <a:endParaRPr lang="en-US"/>
          </a:p>
        </p:txBody>
      </p:sp>
      <p:sp>
        <p:nvSpPr>
          <p:cNvPr id="5" name="Footer Placeholder 4">
            <a:extLst>
              <a:ext uri="{FF2B5EF4-FFF2-40B4-BE49-F238E27FC236}">
                <a16:creationId xmlns:a16="http://schemas.microsoft.com/office/drawing/2014/main" id="{817AE399-81D5-3E44-AA7A-88DFA8571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2DF6F86-94CE-CF4F-93B3-A2367D4D2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2D21E121-49A3-D64E-A5F9-356C90050E44}" type="slidenum">
              <a:rPr lang="en-US" smtClean="0"/>
              <a:pPr/>
              <a:t>‹#›</a:t>
            </a:fld>
            <a:endParaRPr lang="en-US"/>
          </a:p>
        </p:txBody>
      </p:sp>
    </p:spTree>
    <p:extLst>
      <p:ext uri="{BB962C8B-B14F-4D97-AF65-F5344CB8AC3E}">
        <p14:creationId xmlns:p14="http://schemas.microsoft.com/office/powerpoint/2010/main" val="3805489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customXml" Target="../ink/ink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emf"/><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3945/ajcn.117.152546"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B57B-86E6-15AE-21C8-B3039EEC6A2D}"/>
              </a:ext>
            </a:extLst>
          </p:cNvPr>
          <p:cNvSpPr>
            <a:spLocks noGrp="1"/>
          </p:cNvSpPr>
          <p:nvPr>
            <p:ph type="title"/>
          </p:nvPr>
        </p:nvSpPr>
        <p:spPr/>
        <p:txBody>
          <a:bodyPr/>
          <a:lstStyle/>
          <a:p>
            <a:r>
              <a:rPr lang="en-US" dirty="0"/>
              <a:t>From last week</a:t>
            </a:r>
          </a:p>
        </p:txBody>
      </p:sp>
      <p:sp>
        <p:nvSpPr>
          <p:cNvPr id="3" name="Content Placeholder 2">
            <a:extLst>
              <a:ext uri="{FF2B5EF4-FFF2-40B4-BE49-F238E27FC236}">
                <a16:creationId xmlns:a16="http://schemas.microsoft.com/office/drawing/2014/main" id="{6506D326-D5F0-8795-5F7F-3D6164293302}"/>
              </a:ext>
            </a:extLst>
          </p:cNvPr>
          <p:cNvSpPr>
            <a:spLocks noGrp="1"/>
          </p:cNvSpPr>
          <p:nvPr>
            <p:ph idx="1"/>
          </p:nvPr>
        </p:nvSpPr>
        <p:spPr/>
        <p:txBody>
          <a:bodyPr/>
          <a:lstStyle/>
          <a:p>
            <a:r>
              <a:rPr lang="en-US" dirty="0"/>
              <a:t>Interpreting regression coefficients</a:t>
            </a:r>
          </a:p>
          <a:p>
            <a:pPr lvl="1"/>
            <a:r>
              <a:rPr lang="en-US" dirty="0"/>
              <a:t>Unstandardized, standardized</a:t>
            </a:r>
          </a:p>
          <a:p>
            <a:pPr lvl="1"/>
            <a:r>
              <a:rPr lang="en-US" dirty="0"/>
              <a:t>Odds ratios</a:t>
            </a:r>
          </a:p>
          <a:p>
            <a:pPr lvl="2"/>
            <a:r>
              <a:rPr lang="en-US" dirty="0"/>
              <a:t>“exponentiate”</a:t>
            </a:r>
          </a:p>
          <a:p>
            <a:pPr lvl="2"/>
            <a:r>
              <a:rPr lang="en-US" dirty="0"/>
              <a:t>2 = twice as likely</a:t>
            </a:r>
          </a:p>
          <a:p>
            <a:pPr lvl="2"/>
            <a:r>
              <a:rPr lang="en-US" dirty="0"/>
              <a:t>1.5 = 50% more likely</a:t>
            </a:r>
          </a:p>
          <a:p>
            <a:pPr lvl="2"/>
            <a:r>
              <a:rPr lang="en-US" dirty="0"/>
              <a:t>0.5 = 50% less likely</a:t>
            </a:r>
          </a:p>
        </p:txBody>
      </p:sp>
    </p:spTree>
    <p:extLst>
      <p:ext uri="{BB962C8B-B14F-4D97-AF65-F5344CB8AC3E}">
        <p14:creationId xmlns:p14="http://schemas.microsoft.com/office/powerpoint/2010/main" val="1689111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t>Mediation and Moderation</a:t>
            </a:r>
          </a:p>
        </p:txBody>
      </p:sp>
      <p:sp>
        <p:nvSpPr>
          <p:cNvPr id="3" name="Subtitle 2"/>
          <p:cNvSpPr>
            <a:spLocks noGrp="1"/>
          </p:cNvSpPr>
          <p:nvPr>
            <p:ph type="subTitle" idx="1"/>
          </p:nvPr>
        </p:nvSpPr>
        <p:spPr>
          <a:xfrm>
            <a:off x="1524000" y="3869324"/>
            <a:ext cx="9144000" cy="1655762"/>
          </a:xfrm>
        </p:spPr>
        <p:txBody>
          <a:bodyPr/>
          <a:lstStyle/>
          <a:p>
            <a:r>
              <a:rPr lang="en-GB" dirty="0"/>
              <a:t>Jamil </a:t>
            </a:r>
            <a:r>
              <a:rPr lang="en-GB" dirty="0" err="1"/>
              <a:t>Bhanji</a:t>
            </a:r>
            <a:endParaRPr lang="en-GB" dirty="0"/>
          </a:p>
          <a:p>
            <a:r>
              <a:rPr lang="en-GB" dirty="0"/>
              <a:t>with help from Vanessa </a:t>
            </a:r>
            <a:r>
              <a:rPr lang="en-GB" dirty="0" err="1"/>
              <a:t>Lobue</a:t>
            </a:r>
            <a:r>
              <a:rPr lang="en-GB" dirty="0"/>
              <a:t> and Andy Field</a:t>
            </a:r>
          </a:p>
        </p:txBody>
      </p:sp>
    </p:spTree>
    <p:extLst>
      <p:ext uri="{BB962C8B-B14F-4D97-AF65-F5344CB8AC3E}">
        <p14:creationId xmlns:p14="http://schemas.microsoft.com/office/powerpoint/2010/main" val="907586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94323-83AB-4746-BBA6-E5E7F9A73DEE}"/>
              </a:ext>
            </a:extLst>
          </p:cNvPr>
          <p:cNvSpPr>
            <a:spLocks noGrp="1"/>
          </p:cNvSpPr>
          <p:nvPr>
            <p:ph type="title"/>
          </p:nvPr>
        </p:nvSpPr>
        <p:spPr/>
        <p:txBody>
          <a:bodyPr/>
          <a:lstStyle/>
          <a:p>
            <a:r>
              <a:rPr lang="en-US" dirty="0"/>
              <a:t>Mediation and Moderation</a:t>
            </a:r>
          </a:p>
        </p:txBody>
      </p:sp>
      <p:sp>
        <p:nvSpPr>
          <p:cNvPr id="3" name="Content Placeholder 2">
            <a:extLst>
              <a:ext uri="{FF2B5EF4-FFF2-40B4-BE49-F238E27FC236}">
                <a16:creationId xmlns:a16="http://schemas.microsoft.com/office/drawing/2014/main" id="{8FAF118F-1EDC-5D44-A82D-729B961F45AE}"/>
              </a:ext>
            </a:extLst>
          </p:cNvPr>
          <p:cNvSpPr>
            <a:spLocks noGrp="1"/>
          </p:cNvSpPr>
          <p:nvPr>
            <p:ph idx="1"/>
          </p:nvPr>
        </p:nvSpPr>
        <p:spPr/>
        <p:txBody>
          <a:bodyPr>
            <a:normAutofit fontScale="92500" lnSpcReduction="10000"/>
          </a:bodyPr>
          <a:lstStyle/>
          <a:p>
            <a:r>
              <a:rPr lang="en-US" sz="3200" dirty="0"/>
              <a:t>Most of the time we ask whether x affects y (or relates to y)</a:t>
            </a:r>
          </a:p>
          <a:p>
            <a:endParaRPr lang="en-US" sz="3200" dirty="0"/>
          </a:p>
          <a:p>
            <a:r>
              <a:rPr lang="en-US" sz="3200" dirty="0"/>
              <a:t>Moderation analysis asks </a:t>
            </a:r>
            <a:r>
              <a:rPr lang="en-US" sz="3200" b="1" dirty="0"/>
              <a:t>when/for whom</a:t>
            </a:r>
            <a:r>
              <a:rPr lang="en-US" sz="3200" dirty="0"/>
              <a:t> x exerts its affect on y (or relates to y)</a:t>
            </a:r>
          </a:p>
          <a:p>
            <a:endParaRPr lang="en-US" sz="3200" dirty="0"/>
          </a:p>
          <a:p>
            <a:r>
              <a:rPr lang="en-US" sz="3200" dirty="0"/>
              <a:t>Mediation analysis asks </a:t>
            </a:r>
            <a:r>
              <a:rPr lang="en-US" sz="3200" b="1" dirty="0"/>
              <a:t>how/why</a:t>
            </a:r>
            <a:r>
              <a:rPr lang="en-US" sz="3200" dirty="0"/>
              <a:t> x exerts its affect on y (a causal chain is implied)</a:t>
            </a:r>
          </a:p>
          <a:p>
            <a:endParaRPr lang="en-US" sz="3200" dirty="0"/>
          </a:p>
          <a:p>
            <a:r>
              <a:rPr lang="en-US" sz="3200" dirty="0"/>
              <a:t>This is also called conditional process analysis</a:t>
            </a:r>
          </a:p>
        </p:txBody>
      </p:sp>
    </p:spTree>
    <p:extLst>
      <p:ext uri="{BB962C8B-B14F-4D97-AF65-F5344CB8AC3E}">
        <p14:creationId xmlns:p14="http://schemas.microsoft.com/office/powerpoint/2010/main" val="401612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587C8-F2F6-5D45-8BCF-8E1CD21E8165}"/>
              </a:ext>
            </a:extLst>
          </p:cNvPr>
          <p:cNvSpPr>
            <a:spLocks noGrp="1"/>
          </p:cNvSpPr>
          <p:nvPr>
            <p:ph type="title"/>
          </p:nvPr>
        </p:nvSpPr>
        <p:spPr/>
        <p:txBody>
          <a:bodyPr/>
          <a:lstStyle/>
          <a:p>
            <a:r>
              <a:rPr lang="en-US" dirty="0"/>
              <a:t>A note on causality</a:t>
            </a:r>
          </a:p>
        </p:txBody>
      </p:sp>
      <p:sp>
        <p:nvSpPr>
          <p:cNvPr id="3" name="Content Placeholder 2">
            <a:extLst>
              <a:ext uri="{FF2B5EF4-FFF2-40B4-BE49-F238E27FC236}">
                <a16:creationId xmlns:a16="http://schemas.microsoft.com/office/drawing/2014/main" id="{1CAAF358-7E1D-6C47-AF01-24AD449FD002}"/>
              </a:ext>
            </a:extLst>
          </p:cNvPr>
          <p:cNvSpPr>
            <a:spLocks noGrp="1"/>
          </p:cNvSpPr>
          <p:nvPr>
            <p:ph idx="1"/>
          </p:nvPr>
        </p:nvSpPr>
        <p:spPr/>
        <p:txBody>
          <a:bodyPr>
            <a:normAutofit/>
          </a:bodyPr>
          <a:lstStyle/>
          <a:p>
            <a:r>
              <a:rPr lang="en-US" sz="3200" dirty="0"/>
              <a:t>“Although data analysis can’t be used to demonstrate or prove causal claims, it can be used to determine if the data are consistent with a proposed causal process.” (Hayes, </a:t>
            </a:r>
            <a:r>
              <a:rPr lang="en-US" sz="3200" dirty="0" err="1"/>
              <a:t>pg</a:t>
            </a:r>
            <a:r>
              <a:rPr lang="en-US" sz="3200" dirty="0"/>
              <a:t> 27)</a:t>
            </a:r>
          </a:p>
          <a:p>
            <a:endParaRPr lang="en-US" sz="3200" dirty="0"/>
          </a:p>
          <a:p>
            <a:r>
              <a:rPr lang="en-US" sz="3200" dirty="0"/>
              <a:t>Causal claims are independent of the math you use; they are situated with caveats about the nature of the data</a:t>
            </a:r>
          </a:p>
        </p:txBody>
      </p:sp>
    </p:spTree>
    <p:extLst>
      <p:ext uri="{BB962C8B-B14F-4D97-AF65-F5344CB8AC3E}">
        <p14:creationId xmlns:p14="http://schemas.microsoft.com/office/powerpoint/2010/main" val="63619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Moderation</a:t>
            </a:r>
          </a:p>
        </p:txBody>
      </p:sp>
      <p:sp>
        <p:nvSpPr>
          <p:cNvPr id="3" name="Content Placeholder 2"/>
          <p:cNvSpPr>
            <a:spLocks noGrp="1"/>
          </p:cNvSpPr>
          <p:nvPr>
            <p:ph idx="1"/>
          </p:nvPr>
        </p:nvSpPr>
        <p:spPr/>
        <p:txBody>
          <a:bodyPr/>
          <a:lstStyle/>
          <a:p>
            <a:r>
              <a:rPr lang="en-US" sz="3200" dirty="0"/>
              <a:t>The combined effect of two variables on another is known conceptually as </a:t>
            </a:r>
            <a:r>
              <a:rPr lang="en-US" sz="3200" b="1" dirty="0"/>
              <a:t>moderation</a:t>
            </a:r>
            <a:r>
              <a:rPr lang="en-US" sz="3200" dirty="0"/>
              <a:t>, and in statistical terms as an </a:t>
            </a:r>
            <a:r>
              <a:rPr lang="en-US" sz="3200" b="1" dirty="0"/>
              <a:t>interaction effect.</a:t>
            </a:r>
          </a:p>
          <a:p>
            <a:endParaRPr lang="en-US" sz="3200" b="1" dirty="0"/>
          </a:p>
          <a:p>
            <a:r>
              <a:rPr lang="en-US" sz="3200" b="1" dirty="0"/>
              <a:t>Moderation </a:t>
            </a:r>
            <a:r>
              <a:rPr lang="en-US" sz="3200" dirty="0"/>
              <a:t>answers the </a:t>
            </a:r>
            <a:r>
              <a:rPr lang="en-US" sz="3200" b="1" dirty="0"/>
              <a:t>“when” </a:t>
            </a:r>
            <a:r>
              <a:rPr lang="en-US" sz="3200" dirty="0"/>
              <a:t>and </a:t>
            </a:r>
            <a:r>
              <a:rPr lang="en-US" sz="3200" b="1" dirty="0"/>
              <a:t>“for whom” </a:t>
            </a:r>
            <a:r>
              <a:rPr lang="en-US" sz="3200" dirty="0"/>
              <a:t>two variables become associated</a:t>
            </a:r>
            <a:endParaRPr lang="en-US" sz="3200" b="1" dirty="0"/>
          </a:p>
          <a:p>
            <a:endParaRPr lang="en-US" b="1" dirty="0"/>
          </a:p>
          <a:p>
            <a:endParaRPr lang="en-US" dirty="0"/>
          </a:p>
          <a:p>
            <a:endParaRPr lang="en-US" dirty="0"/>
          </a:p>
        </p:txBody>
      </p:sp>
    </p:spTree>
    <p:extLst>
      <p:ext uri="{BB962C8B-B14F-4D97-AF65-F5344CB8AC3E}">
        <p14:creationId xmlns:p14="http://schemas.microsoft.com/office/powerpoint/2010/main" val="1120333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Do violent video games make people antisocial? </a:t>
            </a:r>
          </a:p>
          <a:p>
            <a:endParaRPr lang="en-US" dirty="0"/>
          </a:p>
          <a:p>
            <a:r>
              <a:rPr lang="en-US" dirty="0"/>
              <a:t>Participants</a:t>
            </a:r>
          </a:p>
          <a:p>
            <a:pPr lvl="1"/>
            <a:r>
              <a:rPr lang="en-US" dirty="0"/>
              <a:t>442 youths</a:t>
            </a:r>
          </a:p>
          <a:p>
            <a:endParaRPr lang="en-US" dirty="0"/>
          </a:p>
          <a:p>
            <a:r>
              <a:rPr lang="en-US" dirty="0"/>
              <a:t>Variables</a:t>
            </a:r>
          </a:p>
          <a:p>
            <a:pPr lvl="1"/>
            <a:r>
              <a:rPr lang="en-US" dirty="0"/>
              <a:t>Aggression</a:t>
            </a:r>
          </a:p>
          <a:p>
            <a:pPr lvl="1"/>
            <a:r>
              <a:rPr lang="en-US" dirty="0"/>
              <a:t>Callous unemotional traits </a:t>
            </a:r>
          </a:p>
          <a:p>
            <a:pPr lvl="1"/>
            <a:r>
              <a:rPr lang="en-US" dirty="0"/>
              <a:t>Number of hours spent playing video games per week</a:t>
            </a:r>
          </a:p>
        </p:txBody>
      </p:sp>
    </p:spTree>
    <p:extLst>
      <p:ext uri="{BB962C8B-B14F-4D97-AF65-F5344CB8AC3E}">
        <p14:creationId xmlns:p14="http://schemas.microsoft.com/office/powerpoint/2010/main" val="4092526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Conceptual Moderation Model</a:t>
            </a:r>
          </a:p>
        </p:txBody>
      </p:sp>
      <p:sp>
        <p:nvSpPr>
          <p:cNvPr id="6" name="Content Placeholder 5"/>
          <p:cNvSpPr>
            <a:spLocks noGrp="1"/>
          </p:cNvSpPr>
          <p:nvPr>
            <p:ph idx="1"/>
          </p:nvPr>
        </p:nvSpPr>
        <p:spPr/>
        <p:txBody>
          <a:bodyPr/>
          <a:lstStyle/>
          <a:p>
            <a:endParaRPr lang="en-US" dirty="0"/>
          </a:p>
          <a:p>
            <a:endParaRPr lang="en-US" dirty="0"/>
          </a:p>
          <a:p>
            <a:endParaRPr lang="en-US" dirty="0"/>
          </a:p>
          <a:p>
            <a:pPr marL="0" indent="0">
              <a:buNone/>
            </a:pPr>
            <a:endParaRPr lang="en-US" dirty="0"/>
          </a:p>
          <a:p>
            <a:r>
              <a:rPr lang="en-US" sz="2800" dirty="0"/>
              <a:t>If callous-unemotional traits were a moderator then we’re saying that the strength or direction of the relationship between game playing and aggression is affected by callous-unemotional traits</a:t>
            </a:r>
            <a:r>
              <a:rPr lang="en-US" dirty="0"/>
              <a: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3987" y="1549400"/>
            <a:ext cx="6980569" cy="2070100"/>
          </a:xfrm>
          <a:prstGeom prst="rect">
            <a:avLst/>
          </a:prstGeom>
        </p:spPr>
      </p:pic>
    </p:spTree>
    <p:extLst>
      <p:ext uri="{BB962C8B-B14F-4D97-AF65-F5344CB8AC3E}">
        <p14:creationId xmlns:p14="http://schemas.microsoft.com/office/powerpoint/2010/main" val="4267051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7862" y="622300"/>
            <a:ext cx="8019142" cy="5613400"/>
          </a:xfrm>
          <a:prstGeom prst="rect">
            <a:avLst/>
          </a:prstGeom>
        </p:spPr>
      </p:pic>
    </p:spTree>
    <p:extLst>
      <p:ext uri="{BB962C8B-B14F-4D97-AF65-F5344CB8AC3E}">
        <p14:creationId xmlns:p14="http://schemas.microsoft.com/office/powerpoint/2010/main" val="4082740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Statistical Moderation Model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4461" y="1676401"/>
            <a:ext cx="7335438" cy="2478527"/>
          </a:xfrm>
          <a:prstGeom prst="rect">
            <a:avLst/>
          </a:prstGeom>
        </p:spPr>
      </p:pic>
      <p:pic>
        <p:nvPicPr>
          <p:cNvPr id="5" name="Picture 4"/>
          <p:cNvPicPr>
            <a:picLocks noChangeAspect="1"/>
          </p:cNvPicPr>
          <p:nvPr/>
        </p:nvPicPr>
        <p:blipFill>
          <a:blip r:embed="rId3"/>
          <a:stretch>
            <a:fillRect/>
          </a:stretch>
        </p:blipFill>
        <p:spPr>
          <a:xfrm>
            <a:off x="2565400" y="4508501"/>
            <a:ext cx="7965402" cy="1201637"/>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BFE18F7-6838-79B3-69C2-D5858DBA7513}"/>
                  </a:ext>
                </a:extLst>
              </p14:cNvPr>
              <p14:cNvContentPartPr/>
              <p14:nvPr/>
            </p14:nvContentPartPr>
            <p14:xfrm>
              <a:off x="5118120" y="5556240"/>
              <a:ext cx="3245040" cy="83160"/>
            </p14:xfrm>
          </p:contentPart>
        </mc:Choice>
        <mc:Fallback xmlns="">
          <p:pic>
            <p:nvPicPr>
              <p:cNvPr id="3" name="Ink 2">
                <a:extLst>
                  <a:ext uri="{FF2B5EF4-FFF2-40B4-BE49-F238E27FC236}">
                    <a16:creationId xmlns:a16="http://schemas.microsoft.com/office/drawing/2014/main" id="{FBFE18F7-6838-79B3-69C2-D5858DBA7513}"/>
                  </a:ext>
                </a:extLst>
              </p:cNvPr>
              <p:cNvPicPr/>
              <p:nvPr/>
            </p:nvPicPr>
            <p:blipFill>
              <a:blip r:embed="rId5"/>
              <a:stretch>
                <a:fillRect/>
              </a:stretch>
            </p:blipFill>
            <p:spPr>
              <a:xfrm>
                <a:off x="5108760" y="5546880"/>
                <a:ext cx="3263760" cy="101880"/>
              </a:xfrm>
              <a:prstGeom prst="rect">
                <a:avLst/>
              </a:prstGeom>
            </p:spPr>
          </p:pic>
        </mc:Fallback>
      </mc:AlternateContent>
    </p:spTree>
    <p:extLst>
      <p:ext uri="{BB962C8B-B14F-4D97-AF65-F5344CB8AC3E}">
        <p14:creationId xmlns:p14="http://schemas.microsoft.com/office/powerpoint/2010/main" val="4012553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Centering Variables</a:t>
            </a:r>
          </a:p>
        </p:txBody>
      </p:sp>
      <p:sp>
        <p:nvSpPr>
          <p:cNvPr id="3" name="Content Placeholder 2"/>
          <p:cNvSpPr>
            <a:spLocks noGrp="1"/>
          </p:cNvSpPr>
          <p:nvPr>
            <p:ph idx="1"/>
          </p:nvPr>
        </p:nvSpPr>
        <p:spPr/>
        <p:txBody>
          <a:bodyPr/>
          <a:lstStyle/>
          <a:p>
            <a:r>
              <a:rPr lang="en-US" sz="3200" dirty="0"/>
              <a:t>The interaction term makes the </a:t>
            </a:r>
            <a:r>
              <a:rPr lang="en-US" sz="3200" i="1" dirty="0"/>
              <a:t>b</a:t>
            </a:r>
            <a:r>
              <a:rPr lang="en-US" sz="3200" dirty="0"/>
              <a:t>s for the main predictors uninterpretable in many situations.</a:t>
            </a:r>
          </a:p>
          <a:p>
            <a:endParaRPr lang="en-US" sz="3200" dirty="0"/>
          </a:p>
          <a:p>
            <a:r>
              <a:rPr lang="en-US" sz="3200" dirty="0"/>
              <a:t>For this reason, it is common to transform the predictors using grand mean centering.</a:t>
            </a:r>
          </a:p>
          <a:p>
            <a:endParaRPr lang="en-US" sz="3200" dirty="0"/>
          </a:p>
          <a:p>
            <a:r>
              <a:rPr lang="en-US" sz="3200" dirty="0"/>
              <a:t>Centering refers to the process of transforming a variable into deviations around a fixed point.</a:t>
            </a:r>
          </a:p>
          <a:p>
            <a:endParaRPr lang="en-US" dirty="0"/>
          </a:p>
        </p:txBody>
      </p:sp>
    </p:spTree>
    <p:extLst>
      <p:ext uri="{BB962C8B-B14F-4D97-AF65-F5344CB8AC3E}">
        <p14:creationId xmlns:p14="http://schemas.microsoft.com/office/powerpoint/2010/main" val="381431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Mediation</a:t>
            </a:r>
          </a:p>
        </p:txBody>
      </p:sp>
      <p:sp>
        <p:nvSpPr>
          <p:cNvPr id="3" name="Content Placeholder 2"/>
          <p:cNvSpPr>
            <a:spLocks noGrp="1"/>
          </p:cNvSpPr>
          <p:nvPr>
            <p:ph idx="1"/>
          </p:nvPr>
        </p:nvSpPr>
        <p:spPr>
          <a:xfrm>
            <a:off x="838200" y="1462768"/>
            <a:ext cx="10515600" cy="4351338"/>
          </a:xfrm>
        </p:spPr>
        <p:txBody>
          <a:bodyPr>
            <a:noAutofit/>
          </a:bodyPr>
          <a:lstStyle/>
          <a:p>
            <a:r>
              <a:rPr lang="en-US" sz="3200" dirty="0"/>
              <a:t>Refers to a situation when the relationship between a predictor variable and outcome variable can be explained by their relationship to a third variable (the mediator). </a:t>
            </a:r>
          </a:p>
          <a:p>
            <a:endParaRPr lang="en-US" sz="3200" dirty="0"/>
          </a:p>
          <a:p>
            <a:r>
              <a:rPr lang="en-US" sz="3200" b="1" dirty="0"/>
              <a:t>Mediation</a:t>
            </a:r>
            <a:r>
              <a:rPr lang="en-US" sz="3200" dirty="0"/>
              <a:t> answers the </a:t>
            </a:r>
            <a:r>
              <a:rPr lang="en-US" sz="3200" b="1" dirty="0"/>
              <a:t>“how” </a:t>
            </a:r>
            <a:r>
              <a:rPr lang="en-US" sz="3200" dirty="0"/>
              <a:t>two variables become associated</a:t>
            </a:r>
          </a:p>
          <a:p>
            <a:endParaRPr lang="en-US" sz="3200" dirty="0"/>
          </a:p>
          <a:p>
            <a:r>
              <a:rPr lang="en-US" sz="3200" dirty="0"/>
              <a:t>**Mediation is a causal process which requires establishing the cause and effect relation over time</a:t>
            </a:r>
          </a:p>
        </p:txBody>
      </p:sp>
    </p:spTree>
    <p:extLst>
      <p:ext uri="{BB962C8B-B14F-4D97-AF65-F5344CB8AC3E}">
        <p14:creationId xmlns:p14="http://schemas.microsoft.com/office/powerpoint/2010/main" val="56064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2266" y="1638300"/>
            <a:ext cx="5616802" cy="4629020"/>
          </a:xfrm>
          <a:prstGeom prst="rect">
            <a:avLst/>
          </a:prstGeom>
        </p:spPr>
      </p:pic>
      <p:sp>
        <p:nvSpPr>
          <p:cNvPr id="2" name="Title 1"/>
          <p:cNvSpPr>
            <a:spLocks noGrp="1"/>
          </p:cNvSpPr>
          <p:nvPr>
            <p:ph type="title"/>
          </p:nvPr>
        </p:nvSpPr>
        <p:spPr/>
        <p:txBody>
          <a:bodyPr/>
          <a:lstStyle/>
          <a:p>
            <a:r>
              <a:rPr lang="en-US" dirty="0"/>
              <a:t>The Statistical Model</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24F2739-9C4A-FD2E-87F5-640FA5E81DB9}"/>
                  </a:ext>
                </a:extLst>
              </p14:cNvPr>
              <p14:cNvContentPartPr/>
              <p14:nvPr/>
            </p14:nvContentPartPr>
            <p14:xfrm>
              <a:off x="3079800" y="1485360"/>
              <a:ext cx="6503040" cy="4217400"/>
            </p14:xfrm>
          </p:contentPart>
        </mc:Choice>
        <mc:Fallback xmlns="">
          <p:pic>
            <p:nvPicPr>
              <p:cNvPr id="3" name="Ink 2">
                <a:extLst>
                  <a:ext uri="{FF2B5EF4-FFF2-40B4-BE49-F238E27FC236}">
                    <a16:creationId xmlns:a16="http://schemas.microsoft.com/office/drawing/2014/main" id="{A24F2739-9C4A-FD2E-87F5-640FA5E81DB9}"/>
                  </a:ext>
                </a:extLst>
              </p:cNvPr>
              <p:cNvPicPr/>
              <p:nvPr/>
            </p:nvPicPr>
            <p:blipFill>
              <a:blip r:embed="rId4"/>
              <a:stretch>
                <a:fillRect/>
              </a:stretch>
            </p:blipFill>
            <p:spPr>
              <a:xfrm>
                <a:off x="3070440" y="1476000"/>
                <a:ext cx="6521760" cy="4236120"/>
              </a:xfrm>
              <a:prstGeom prst="rect">
                <a:avLst/>
              </a:prstGeom>
            </p:spPr>
          </p:pic>
        </mc:Fallback>
      </mc:AlternateContent>
    </p:spTree>
    <p:extLst>
      <p:ext uri="{BB962C8B-B14F-4D97-AF65-F5344CB8AC3E}">
        <p14:creationId xmlns:p14="http://schemas.microsoft.com/office/powerpoint/2010/main" val="1589416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2E328-AC1E-D04F-84D1-E6C268FC2E36}"/>
              </a:ext>
            </a:extLst>
          </p:cNvPr>
          <p:cNvSpPr>
            <a:spLocks noGrp="1"/>
          </p:cNvSpPr>
          <p:nvPr>
            <p:ph type="title"/>
          </p:nvPr>
        </p:nvSpPr>
        <p:spPr/>
        <p:txBody>
          <a:bodyPr/>
          <a:lstStyle/>
          <a:p>
            <a:r>
              <a:rPr lang="en-US" dirty="0"/>
              <a:t>Example of Mediation Model</a:t>
            </a:r>
          </a:p>
        </p:txBody>
      </p:sp>
      <p:sp>
        <p:nvSpPr>
          <p:cNvPr id="3" name="Oval 2">
            <a:extLst>
              <a:ext uri="{FF2B5EF4-FFF2-40B4-BE49-F238E27FC236}">
                <a16:creationId xmlns:a16="http://schemas.microsoft.com/office/drawing/2014/main" id="{3E021F5D-FB5C-5A4C-A432-95A568732CFA}"/>
              </a:ext>
            </a:extLst>
          </p:cNvPr>
          <p:cNvSpPr/>
          <p:nvPr/>
        </p:nvSpPr>
        <p:spPr>
          <a:xfrm>
            <a:off x="965199" y="4031564"/>
            <a:ext cx="2307772" cy="21045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F9FF4CC-9977-E148-85FB-5B6BB272ECA0}"/>
              </a:ext>
            </a:extLst>
          </p:cNvPr>
          <p:cNvSpPr txBox="1"/>
          <p:nvPr/>
        </p:nvSpPr>
        <p:spPr>
          <a:xfrm>
            <a:off x="1173922" y="4760685"/>
            <a:ext cx="1890325" cy="369332"/>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Maternal Anxiety</a:t>
            </a:r>
          </a:p>
        </p:txBody>
      </p:sp>
      <p:sp>
        <p:nvSpPr>
          <p:cNvPr id="5" name="Oval 4">
            <a:extLst>
              <a:ext uri="{FF2B5EF4-FFF2-40B4-BE49-F238E27FC236}">
                <a16:creationId xmlns:a16="http://schemas.microsoft.com/office/drawing/2014/main" id="{9841BBFA-1519-EE48-A2B0-DF537CBF1D99}"/>
              </a:ext>
            </a:extLst>
          </p:cNvPr>
          <p:cNvSpPr/>
          <p:nvPr/>
        </p:nvSpPr>
        <p:spPr>
          <a:xfrm>
            <a:off x="8710306" y="4031564"/>
            <a:ext cx="2307772" cy="21045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90C1221-7FF1-ED42-B8AD-E612CA48FA00}"/>
              </a:ext>
            </a:extLst>
          </p:cNvPr>
          <p:cNvSpPr txBox="1"/>
          <p:nvPr/>
        </p:nvSpPr>
        <p:spPr>
          <a:xfrm>
            <a:off x="9028067" y="4760685"/>
            <a:ext cx="1672253"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Infant Emotion</a:t>
            </a:r>
          </a:p>
          <a:p>
            <a:pPr algn="ctr"/>
            <a:r>
              <a:rPr lang="en-US" dirty="0">
                <a:latin typeface="Arial" panose="020B0604020202020204" pitchFamily="34" charset="0"/>
                <a:cs typeface="Arial" panose="020B0604020202020204" pitchFamily="34" charset="0"/>
              </a:rPr>
              <a:t>Perception</a:t>
            </a:r>
          </a:p>
        </p:txBody>
      </p:sp>
      <p:cxnSp>
        <p:nvCxnSpPr>
          <p:cNvPr id="7" name="Straight Arrow Connector 6">
            <a:extLst>
              <a:ext uri="{FF2B5EF4-FFF2-40B4-BE49-F238E27FC236}">
                <a16:creationId xmlns:a16="http://schemas.microsoft.com/office/drawing/2014/main" id="{7CBC877D-7CE7-5B47-8225-96C9E9867152}"/>
              </a:ext>
            </a:extLst>
          </p:cNvPr>
          <p:cNvCxnSpPr>
            <a:stCxn id="3" idx="6"/>
          </p:cNvCxnSpPr>
          <p:nvPr/>
        </p:nvCxnSpPr>
        <p:spPr>
          <a:xfrm>
            <a:off x="3272971" y="5083850"/>
            <a:ext cx="5437335" cy="4616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910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2E328-AC1E-D04F-84D1-E6C268FC2E36}"/>
              </a:ext>
            </a:extLst>
          </p:cNvPr>
          <p:cNvSpPr>
            <a:spLocks noGrp="1"/>
          </p:cNvSpPr>
          <p:nvPr>
            <p:ph type="title"/>
          </p:nvPr>
        </p:nvSpPr>
        <p:spPr/>
        <p:txBody>
          <a:bodyPr/>
          <a:lstStyle/>
          <a:p>
            <a:r>
              <a:rPr lang="en-US" dirty="0"/>
              <a:t>Example of Mediation Model</a:t>
            </a:r>
          </a:p>
        </p:txBody>
      </p:sp>
      <p:sp>
        <p:nvSpPr>
          <p:cNvPr id="3" name="Oval 2">
            <a:extLst>
              <a:ext uri="{FF2B5EF4-FFF2-40B4-BE49-F238E27FC236}">
                <a16:creationId xmlns:a16="http://schemas.microsoft.com/office/drawing/2014/main" id="{3E021F5D-FB5C-5A4C-A432-95A568732CFA}"/>
              </a:ext>
            </a:extLst>
          </p:cNvPr>
          <p:cNvSpPr/>
          <p:nvPr/>
        </p:nvSpPr>
        <p:spPr>
          <a:xfrm>
            <a:off x="965199" y="4031564"/>
            <a:ext cx="2307772" cy="21045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F9FF4CC-9977-E148-85FB-5B6BB272ECA0}"/>
              </a:ext>
            </a:extLst>
          </p:cNvPr>
          <p:cNvSpPr txBox="1"/>
          <p:nvPr/>
        </p:nvSpPr>
        <p:spPr>
          <a:xfrm>
            <a:off x="1173922" y="4760685"/>
            <a:ext cx="1890325" cy="369332"/>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Maternal Anxiety</a:t>
            </a:r>
          </a:p>
        </p:txBody>
      </p:sp>
      <p:sp>
        <p:nvSpPr>
          <p:cNvPr id="5" name="Oval 4">
            <a:extLst>
              <a:ext uri="{FF2B5EF4-FFF2-40B4-BE49-F238E27FC236}">
                <a16:creationId xmlns:a16="http://schemas.microsoft.com/office/drawing/2014/main" id="{9841BBFA-1519-EE48-A2B0-DF537CBF1D99}"/>
              </a:ext>
            </a:extLst>
          </p:cNvPr>
          <p:cNvSpPr/>
          <p:nvPr/>
        </p:nvSpPr>
        <p:spPr>
          <a:xfrm>
            <a:off x="8710306" y="4031564"/>
            <a:ext cx="2307772" cy="21045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90C1221-7FF1-ED42-B8AD-E612CA48FA00}"/>
              </a:ext>
            </a:extLst>
          </p:cNvPr>
          <p:cNvSpPr txBox="1"/>
          <p:nvPr/>
        </p:nvSpPr>
        <p:spPr>
          <a:xfrm>
            <a:off x="9028067" y="4760685"/>
            <a:ext cx="1672253"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Infant Emotion</a:t>
            </a:r>
          </a:p>
          <a:p>
            <a:pPr algn="ctr"/>
            <a:r>
              <a:rPr lang="en-US" dirty="0">
                <a:latin typeface="Arial" panose="020B0604020202020204" pitchFamily="34" charset="0"/>
                <a:cs typeface="Arial" panose="020B0604020202020204" pitchFamily="34" charset="0"/>
              </a:rPr>
              <a:t>Perception</a:t>
            </a:r>
          </a:p>
        </p:txBody>
      </p:sp>
      <p:cxnSp>
        <p:nvCxnSpPr>
          <p:cNvPr id="7" name="Straight Arrow Connector 6">
            <a:extLst>
              <a:ext uri="{FF2B5EF4-FFF2-40B4-BE49-F238E27FC236}">
                <a16:creationId xmlns:a16="http://schemas.microsoft.com/office/drawing/2014/main" id="{7CBC877D-7CE7-5B47-8225-96C9E9867152}"/>
              </a:ext>
            </a:extLst>
          </p:cNvPr>
          <p:cNvCxnSpPr>
            <a:stCxn id="3" idx="6"/>
          </p:cNvCxnSpPr>
          <p:nvPr/>
        </p:nvCxnSpPr>
        <p:spPr>
          <a:xfrm>
            <a:off x="3272971" y="5083850"/>
            <a:ext cx="5437335" cy="4616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B064DD7F-EC8A-894F-B484-802A15A5AF31}"/>
              </a:ext>
            </a:extLst>
          </p:cNvPr>
          <p:cNvSpPr/>
          <p:nvPr/>
        </p:nvSpPr>
        <p:spPr>
          <a:xfrm>
            <a:off x="4942114" y="1774150"/>
            <a:ext cx="2307772" cy="21045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6D9D51C-2A44-FE47-872C-D73956B2A0CB}"/>
              </a:ext>
            </a:extLst>
          </p:cNvPr>
          <p:cNvSpPr txBox="1"/>
          <p:nvPr/>
        </p:nvSpPr>
        <p:spPr>
          <a:xfrm>
            <a:off x="5202167" y="2526484"/>
            <a:ext cx="1787670" cy="369332"/>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Emotional Input</a:t>
            </a:r>
          </a:p>
        </p:txBody>
      </p:sp>
      <p:cxnSp>
        <p:nvCxnSpPr>
          <p:cNvPr id="11" name="Straight Arrow Connector 10">
            <a:extLst>
              <a:ext uri="{FF2B5EF4-FFF2-40B4-BE49-F238E27FC236}">
                <a16:creationId xmlns:a16="http://schemas.microsoft.com/office/drawing/2014/main" id="{A0D016AE-CD6B-8B42-8366-268CEC6415CB}"/>
              </a:ext>
            </a:extLst>
          </p:cNvPr>
          <p:cNvCxnSpPr>
            <a:cxnSpLocks/>
          </p:cNvCxnSpPr>
          <p:nvPr/>
        </p:nvCxnSpPr>
        <p:spPr>
          <a:xfrm flipV="1">
            <a:off x="2119084" y="2742974"/>
            <a:ext cx="2823030" cy="126550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8C5AD5-C878-CB41-86AC-E6B6C52ACB07}"/>
              </a:ext>
            </a:extLst>
          </p:cNvPr>
          <p:cNvCxnSpPr>
            <a:cxnSpLocks/>
            <a:endCxn id="5" idx="0"/>
          </p:cNvCxnSpPr>
          <p:nvPr/>
        </p:nvCxnSpPr>
        <p:spPr>
          <a:xfrm>
            <a:off x="7249886" y="2716490"/>
            <a:ext cx="2614306" cy="131507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7579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2E328-AC1E-D04F-84D1-E6C268FC2E36}"/>
              </a:ext>
            </a:extLst>
          </p:cNvPr>
          <p:cNvSpPr>
            <a:spLocks noGrp="1"/>
          </p:cNvSpPr>
          <p:nvPr>
            <p:ph type="title"/>
          </p:nvPr>
        </p:nvSpPr>
        <p:spPr/>
        <p:txBody>
          <a:bodyPr/>
          <a:lstStyle/>
          <a:p>
            <a:r>
              <a:rPr lang="en-US" dirty="0"/>
              <a:t>Example of Mediation Model</a:t>
            </a:r>
          </a:p>
        </p:txBody>
      </p:sp>
      <p:sp>
        <p:nvSpPr>
          <p:cNvPr id="3" name="Oval 2">
            <a:extLst>
              <a:ext uri="{FF2B5EF4-FFF2-40B4-BE49-F238E27FC236}">
                <a16:creationId xmlns:a16="http://schemas.microsoft.com/office/drawing/2014/main" id="{3E021F5D-FB5C-5A4C-A432-95A568732CFA}"/>
              </a:ext>
            </a:extLst>
          </p:cNvPr>
          <p:cNvSpPr/>
          <p:nvPr/>
        </p:nvSpPr>
        <p:spPr>
          <a:xfrm>
            <a:off x="965199" y="4031564"/>
            <a:ext cx="2307772" cy="21045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F9FF4CC-9977-E148-85FB-5B6BB272ECA0}"/>
              </a:ext>
            </a:extLst>
          </p:cNvPr>
          <p:cNvSpPr txBox="1"/>
          <p:nvPr/>
        </p:nvSpPr>
        <p:spPr>
          <a:xfrm>
            <a:off x="1173922" y="4760685"/>
            <a:ext cx="1890325"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Maternal Anxiety</a:t>
            </a:r>
          </a:p>
          <a:p>
            <a:pPr algn="ctr"/>
            <a:r>
              <a:rPr lang="en-US" dirty="0">
                <a:latin typeface="Arial" panose="020B0604020202020204" pitchFamily="34" charset="0"/>
                <a:cs typeface="Arial" panose="020B0604020202020204" pitchFamily="34" charset="0"/>
              </a:rPr>
              <a:t>6 </a:t>
            </a:r>
            <a:r>
              <a:rPr lang="en-US" dirty="0" err="1">
                <a:latin typeface="Arial" panose="020B0604020202020204" pitchFamily="34" charset="0"/>
                <a:cs typeface="Arial" panose="020B0604020202020204" pitchFamily="34" charset="0"/>
              </a:rPr>
              <a:t>mos</a:t>
            </a:r>
            <a:endParaRPr lang="en-US" dirty="0">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9841BBFA-1519-EE48-A2B0-DF537CBF1D99}"/>
              </a:ext>
            </a:extLst>
          </p:cNvPr>
          <p:cNvSpPr/>
          <p:nvPr/>
        </p:nvSpPr>
        <p:spPr>
          <a:xfrm>
            <a:off x="8710306" y="4031564"/>
            <a:ext cx="2307772" cy="21045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90C1221-7FF1-ED42-B8AD-E612CA48FA00}"/>
              </a:ext>
            </a:extLst>
          </p:cNvPr>
          <p:cNvSpPr txBox="1"/>
          <p:nvPr/>
        </p:nvSpPr>
        <p:spPr>
          <a:xfrm>
            <a:off x="9028067" y="4760685"/>
            <a:ext cx="1672253" cy="923330"/>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Infant Emotion</a:t>
            </a:r>
          </a:p>
          <a:p>
            <a:pPr algn="ctr"/>
            <a:r>
              <a:rPr lang="en-US" dirty="0">
                <a:latin typeface="Arial" panose="020B0604020202020204" pitchFamily="34" charset="0"/>
                <a:cs typeface="Arial" panose="020B0604020202020204" pitchFamily="34" charset="0"/>
              </a:rPr>
              <a:t>Perception</a:t>
            </a:r>
          </a:p>
          <a:p>
            <a:pPr algn="ctr"/>
            <a:r>
              <a:rPr lang="en-US" dirty="0">
                <a:latin typeface="Arial" panose="020B0604020202020204" pitchFamily="34" charset="0"/>
                <a:cs typeface="Arial" panose="020B0604020202020204" pitchFamily="34" charset="0"/>
              </a:rPr>
              <a:t>12 </a:t>
            </a:r>
            <a:r>
              <a:rPr lang="en-US" dirty="0" err="1">
                <a:latin typeface="Arial" panose="020B0604020202020204" pitchFamily="34" charset="0"/>
                <a:cs typeface="Arial" panose="020B0604020202020204" pitchFamily="34" charset="0"/>
              </a:rPr>
              <a:t>mos</a:t>
            </a:r>
            <a:endParaRPr lang="en-US"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7CBC877D-7CE7-5B47-8225-96C9E9867152}"/>
              </a:ext>
            </a:extLst>
          </p:cNvPr>
          <p:cNvCxnSpPr>
            <a:stCxn id="3" idx="6"/>
          </p:cNvCxnSpPr>
          <p:nvPr/>
        </p:nvCxnSpPr>
        <p:spPr>
          <a:xfrm>
            <a:off x="3272971" y="5083850"/>
            <a:ext cx="5437335" cy="4616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B064DD7F-EC8A-894F-B484-802A15A5AF31}"/>
              </a:ext>
            </a:extLst>
          </p:cNvPr>
          <p:cNvSpPr/>
          <p:nvPr/>
        </p:nvSpPr>
        <p:spPr>
          <a:xfrm>
            <a:off x="4942114" y="1774150"/>
            <a:ext cx="2307772" cy="210457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6D9D51C-2A44-FE47-872C-D73956B2A0CB}"/>
              </a:ext>
            </a:extLst>
          </p:cNvPr>
          <p:cNvSpPr txBox="1"/>
          <p:nvPr/>
        </p:nvSpPr>
        <p:spPr>
          <a:xfrm>
            <a:off x="5202167" y="2526484"/>
            <a:ext cx="1787669"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Emotional Input</a:t>
            </a:r>
          </a:p>
          <a:p>
            <a:pPr algn="ctr"/>
            <a:r>
              <a:rPr lang="en-US" dirty="0">
                <a:latin typeface="Arial" panose="020B0604020202020204" pitchFamily="34" charset="0"/>
                <a:cs typeface="Arial" panose="020B0604020202020204" pitchFamily="34" charset="0"/>
              </a:rPr>
              <a:t>8 </a:t>
            </a:r>
            <a:r>
              <a:rPr lang="en-US" dirty="0" err="1">
                <a:latin typeface="Arial" panose="020B0604020202020204" pitchFamily="34" charset="0"/>
                <a:cs typeface="Arial" panose="020B0604020202020204" pitchFamily="34" charset="0"/>
              </a:rPr>
              <a:t>mos</a:t>
            </a:r>
            <a:endParaRPr lang="en-US" dirty="0">
              <a:latin typeface="Arial" panose="020B0604020202020204" pitchFamily="34" charset="0"/>
              <a:cs typeface="Arial" panose="020B0604020202020204" pitchFamily="34" charset="0"/>
            </a:endParaRPr>
          </a:p>
        </p:txBody>
      </p:sp>
      <p:cxnSp>
        <p:nvCxnSpPr>
          <p:cNvPr id="11" name="Straight Arrow Connector 10">
            <a:extLst>
              <a:ext uri="{FF2B5EF4-FFF2-40B4-BE49-F238E27FC236}">
                <a16:creationId xmlns:a16="http://schemas.microsoft.com/office/drawing/2014/main" id="{A0D016AE-CD6B-8B42-8366-268CEC6415CB}"/>
              </a:ext>
            </a:extLst>
          </p:cNvPr>
          <p:cNvCxnSpPr>
            <a:cxnSpLocks/>
          </p:cNvCxnSpPr>
          <p:nvPr/>
        </p:nvCxnSpPr>
        <p:spPr>
          <a:xfrm flipV="1">
            <a:off x="2119084" y="2742974"/>
            <a:ext cx="2823030" cy="126550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8C5AD5-C878-CB41-86AC-E6B6C52ACB07}"/>
              </a:ext>
            </a:extLst>
          </p:cNvPr>
          <p:cNvCxnSpPr>
            <a:cxnSpLocks/>
            <a:endCxn id="5" idx="0"/>
          </p:cNvCxnSpPr>
          <p:nvPr/>
        </p:nvCxnSpPr>
        <p:spPr>
          <a:xfrm>
            <a:off x="7249886" y="2716490"/>
            <a:ext cx="2614306" cy="131507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995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Baron &amp; Kenny, (1986)</a:t>
            </a:r>
          </a:p>
        </p:txBody>
      </p:sp>
      <p:sp>
        <p:nvSpPr>
          <p:cNvPr id="3" name="Content Placeholder 2"/>
          <p:cNvSpPr>
            <a:spLocks noGrp="1"/>
          </p:cNvSpPr>
          <p:nvPr>
            <p:ph idx="1"/>
          </p:nvPr>
        </p:nvSpPr>
        <p:spPr>
          <a:xfrm>
            <a:off x="562430" y="1556657"/>
            <a:ext cx="4604656" cy="4813300"/>
          </a:xfrm>
        </p:spPr>
        <p:txBody>
          <a:bodyPr>
            <a:normAutofit/>
          </a:bodyPr>
          <a:lstStyle/>
          <a:p>
            <a:r>
              <a:rPr lang="en-US" sz="3200" dirty="0"/>
              <a:t>Mediation is tested through three regression models:</a:t>
            </a:r>
          </a:p>
          <a:p>
            <a:pPr marL="914400" lvl="1" indent="-514350">
              <a:buFont typeface="+mj-lt"/>
              <a:buAutoNum type="arabicPeriod"/>
            </a:pPr>
            <a:r>
              <a:rPr lang="en-US" sz="2800" dirty="0"/>
              <a:t>Predicting the outcome from the predictor variable.</a:t>
            </a:r>
          </a:p>
        </p:txBody>
      </p:sp>
      <p:pic>
        <p:nvPicPr>
          <p:cNvPr id="4" name="Picture 3">
            <a:extLst>
              <a:ext uri="{FF2B5EF4-FFF2-40B4-BE49-F238E27FC236}">
                <a16:creationId xmlns:a16="http://schemas.microsoft.com/office/drawing/2014/main" id="{405E7228-A693-0E43-9474-37DEF1D30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042" y="1556657"/>
            <a:ext cx="5616802" cy="4629020"/>
          </a:xfrm>
          <a:prstGeom prst="rect">
            <a:avLst/>
          </a:prstGeom>
        </p:spPr>
      </p:pic>
      <p:cxnSp>
        <p:nvCxnSpPr>
          <p:cNvPr id="6" name="Straight Arrow Connector 5">
            <a:extLst>
              <a:ext uri="{FF2B5EF4-FFF2-40B4-BE49-F238E27FC236}">
                <a16:creationId xmlns:a16="http://schemas.microsoft.com/office/drawing/2014/main" id="{A82D5312-DE9E-F04C-AF7D-EBA91EB480B2}"/>
              </a:ext>
            </a:extLst>
          </p:cNvPr>
          <p:cNvCxnSpPr/>
          <p:nvPr/>
        </p:nvCxnSpPr>
        <p:spPr>
          <a:xfrm>
            <a:off x="7460343" y="5152571"/>
            <a:ext cx="179977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6328DD8-7EA9-B742-2019-D946F810179D}"/>
                  </a:ext>
                </a:extLst>
              </p14:cNvPr>
              <p14:cNvContentPartPr/>
              <p14:nvPr/>
            </p14:nvContentPartPr>
            <p14:xfrm>
              <a:off x="5276880" y="1663560"/>
              <a:ext cx="5950440" cy="1162800"/>
            </p14:xfrm>
          </p:contentPart>
        </mc:Choice>
        <mc:Fallback xmlns="">
          <p:pic>
            <p:nvPicPr>
              <p:cNvPr id="5" name="Ink 4">
                <a:extLst>
                  <a:ext uri="{FF2B5EF4-FFF2-40B4-BE49-F238E27FC236}">
                    <a16:creationId xmlns:a16="http://schemas.microsoft.com/office/drawing/2014/main" id="{96328DD8-7EA9-B742-2019-D946F810179D}"/>
                  </a:ext>
                </a:extLst>
              </p:cNvPr>
              <p:cNvPicPr/>
              <p:nvPr/>
            </p:nvPicPr>
            <p:blipFill>
              <a:blip r:embed="rId4"/>
              <a:stretch>
                <a:fillRect/>
              </a:stretch>
            </p:blipFill>
            <p:spPr>
              <a:xfrm>
                <a:off x="5267520" y="1654200"/>
                <a:ext cx="5969160" cy="1181520"/>
              </a:xfrm>
              <a:prstGeom prst="rect">
                <a:avLst/>
              </a:prstGeom>
            </p:spPr>
          </p:pic>
        </mc:Fallback>
      </mc:AlternateContent>
    </p:spTree>
    <p:extLst>
      <p:ext uri="{BB962C8B-B14F-4D97-AF65-F5344CB8AC3E}">
        <p14:creationId xmlns:p14="http://schemas.microsoft.com/office/powerpoint/2010/main" val="46357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Baron &amp; Kenny, (1986)</a:t>
            </a:r>
          </a:p>
        </p:txBody>
      </p:sp>
      <p:sp>
        <p:nvSpPr>
          <p:cNvPr id="3" name="Content Placeholder 2"/>
          <p:cNvSpPr>
            <a:spLocks noGrp="1"/>
          </p:cNvSpPr>
          <p:nvPr>
            <p:ph idx="1"/>
          </p:nvPr>
        </p:nvSpPr>
        <p:spPr>
          <a:xfrm>
            <a:off x="562430" y="1556657"/>
            <a:ext cx="4604656" cy="4813300"/>
          </a:xfrm>
        </p:spPr>
        <p:txBody>
          <a:bodyPr>
            <a:normAutofit/>
          </a:bodyPr>
          <a:lstStyle/>
          <a:p>
            <a:r>
              <a:rPr lang="en-US" sz="3200" dirty="0"/>
              <a:t>Mediation is tested through three regression models:</a:t>
            </a:r>
          </a:p>
          <a:p>
            <a:pPr marL="914400" lvl="1" indent="-514350">
              <a:buFont typeface="+mj-lt"/>
              <a:buAutoNum type="arabicPeriod"/>
            </a:pPr>
            <a:r>
              <a:rPr lang="en-US" sz="2800" dirty="0"/>
              <a:t>Predicting the outcome from the predictor variable.</a:t>
            </a:r>
          </a:p>
          <a:p>
            <a:pPr marL="914400" lvl="1" indent="-514350">
              <a:buFont typeface="+mj-lt"/>
              <a:buAutoNum type="arabicPeriod"/>
            </a:pPr>
            <a:r>
              <a:rPr lang="en-US" sz="2800" dirty="0"/>
              <a:t>Predicting the</a:t>
            </a:r>
            <a:r>
              <a:rPr lang="en-GB" sz="2800" dirty="0"/>
              <a:t> mediator from the predictor variable. </a:t>
            </a:r>
          </a:p>
        </p:txBody>
      </p:sp>
      <p:pic>
        <p:nvPicPr>
          <p:cNvPr id="4" name="Picture 3">
            <a:extLst>
              <a:ext uri="{FF2B5EF4-FFF2-40B4-BE49-F238E27FC236}">
                <a16:creationId xmlns:a16="http://schemas.microsoft.com/office/drawing/2014/main" id="{405E7228-A693-0E43-9474-37DEF1D30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042" y="1556657"/>
            <a:ext cx="5616802" cy="4629020"/>
          </a:xfrm>
          <a:prstGeom prst="rect">
            <a:avLst/>
          </a:prstGeom>
        </p:spPr>
      </p:pic>
      <p:cxnSp>
        <p:nvCxnSpPr>
          <p:cNvPr id="7" name="Straight Arrow Connector 6">
            <a:extLst>
              <a:ext uri="{FF2B5EF4-FFF2-40B4-BE49-F238E27FC236}">
                <a16:creationId xmlns:a16="http://schemas.microsoft.com/office/drawing/2014/main" id="{E04D573A-E894-1E4E-B8E6-6D2101EF6753}"/>
              </a:ext>
            </a:extLst>
          </p:cNvPr>
          <p:cNvCxnSpPr>
            <a:cxnSpLocks/>
          </p:cNvCxnSpPr>
          <p:nvPr/>
        </p:nvCxnSpPr>
        <p:spPr>
          <a:xfrm flipV="1">
            <a:off x="6460672" y="4093029"/>
            <a:ext cx="869042" cy="84908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6A8138D-F6CF-27F4-A922-BFE3128B0FE1}"/>
                  </a:ext>
                </a:extLst>
              </p14:cNvPr>
              <p14:cNvContentPartPr/>
              <p14:nvPr/>
            </p14:nvContentPartPr>
            <p14:xfrm>
              <a:off x="5264280" y="3574800"/>
              <a:ext cx="4077000" cy="2534400"/>
            </p14:xfrm>
          </p:contentPart>
        </mc:Choice>
        <mc:Fallback xmlns="">
          <p:pic>
            <p:nvPicPr>
              <p:cNvPr id="5" name="Ink 4">
                <a:extLst>
                  <a:ext uri="{FF2B5EF4-FFF2-40B4-BE49-F238E27FC236}">
                    <a16:creationId xmlns:a16="http://schemas.microsoft.com/office/drawing/2014/main" id="{66A8138D-F6CF-27F4-A922-BFE3128B0FE1}"/>
                  </a:ext>
                </a:extLst>
              </p:cNvPr>
              <p:cNvPicPr/>
              <p:nvPr/>
            </p:nvPicPr>
            <p:blipFill>
              <a:blip r:embed="rId4"/>
              <a:stretch>
                <a:fillRect/>
              </a:stretch>
            </p:blipFill>
            <p:spPr>
              <a:xfrm>
                <a:off x="5254920" y="3565440"/>
                <a:ext cx="4095720" cy="2553120"/>
              </a:xfrm>
              <a:prstGeom prst="rect">
                <a:avLst/>
              </a:prstGeom>
            </p:spPr>
          </p:pic>
        </mc:Fallback>
      </mc:AlternateContent>
    </p:spTree>
    <p:extLst>
      <p:ext uri="{BB962C8B-B14F-4D97-AF65-F5344CB8AC3E}">
        <p14:creationId xmlns:p14="http://schemas.microsoft.com/office/powerpoint/2010/main" val="348893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Baron &amp; Kenny, (1986)</a:t>
            </a:r>
          </a:p>
        </p:txBody>
      </p:sp>
      <p:sp>
        <p:nvSpPr>
          <p:cNvPr id="3" name="Content Placeholder 2"/>
          <p:cNvSpPr>
            <a:spLocks noGrp="1"/>
          </p:cNvSpPr>
          <p:nvPr>
            <p:ph idx="1"/>
          </p:nvPr>
        </p:nvSpPr>
        <p:spPr>
          <a:xfrm>
            <a:off x="562430" y="1556657"/>
            <a:ext cx="4604656" cy="4813300"/>
          </a:xfrm>
        </p:spPr>
        <p:txBody>
          <a:bodyPr>
            <a:normAutofit fontScale="92500" lnSpcReduction="10000"/>
          </a:bodyPr>
          <a:lstStyle/>
          <a:p>
            <a:r>
              <a:rPr lang="en-US" sz="3200" dirty="0"/>
              <a:t>Mediation is tested through three regression models:</a:t>
            </a:r>
          </a:p>
          <a:p>
            <a:pPr marL="914400" lvl="1" indent="-514350">
              <a:buFont typeface="+mj-lt"/>
              <a:buAutoNum type="arabicPeriod"/>
            </a:pPr>
            <a:r>
              <a:rPr lang="en-US" sz="2800" dirty="0"/>
              <a:t>Predicting the outcome from the predictor variable.</a:t>
            </a:r>
          </a:p>
          <a:p>
            <a:pPr marL="914400" lvl="1" indent="-514350">
              <a:buFont typeface="+mj-lt"/>
              <a:buAutoNum type="arabicPeriod"/>
            </a:pPr>
            <a:r>
              <a:rPr lang="en-US" sz="2800" dirty="0"/>
              <a:t>Predicting the</a:t>
            </a:r>
            <a:r>
              <a:rPr lang="en-GB" sz="2800" dirty="0"/>
              <a:t> mediator from the predictor variable. </a:t>
            </a:r>
          </a:p>
          <a:p>
            <a:pPr marL="914400" lvl="1" indent="-514350">
              <a:buFont typeface="+mj-lt"/>
              <a:buAutoNum type="arabicPeriod"/>
            </a:pPr>
            <a:r>
              <a:rPr lang="en-US" sz="2800" dirty="0"/>
              <a:t>Predicting the</a:t>
            </a:r>
            <a:r>
              <a:rPr lang="en-GB" sz="2800" dirty="0"/>
              <a:t> outcome from both the predictor variable and the mediator. </a:t>
            </a:r>
            <a:endParaRPr lang="en-US" sz="2800" dirty="0"/>
          </a:p>
        </p:txBody>
      </p:sp>
      <p:pic>
        <p:nvPicPr>
          <p:cNvPr id="4" name="Picture 3">
            <a:extLst>
              <a:ext uri="{FF2B5EF4-FFF2-40B4-BE49-F238E27FC236}">
                <a16:creationId xmlns:a16="http://schemas.microsoft.com/office/drawing/2014/main" id="{405E7228-A693-0E43-9474-37DEF1D30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042" y="1556657"/>
            <a:ext cx="5616802" cy="4629020"/>
          </a:xfrm>
          <a:prstGeom prst="rect">
            <a:avLst/>
          </a:prstGeom>
        </p:spPr>
      </p:pic>
      <p:cxnSp>
        <p:nvCxnSpPr>
          <p:cNvPr id="6" name="Straight Arrow Connector 5">
            <a:extLst>
              <a:ext uri="{FF2B5EF4-FFF2-40B4-BE49-F238E27FC236}">
                <a16:creationId xmlns:a16="http://schemas.microsoft.com/office/drawing/2014/main" id="{A82D5312-DE9E-F04C-AF7D-EBA91EB480B2}"/>
              </a:ext>
            </a:extLst>
          </p:cNvPr>
          <p:cNvCxnSpPr/>
          <p:nvPr/>
        </p:nvCxnSpPr>
        <p:spPr>
          <a:xfrm>
            <a:off x="7460343" y="5152571"/>
            <a:ext cx="179977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691BFAC-0DDC-954C-ADDC-57809AE0E2E4}"/>
              </a:ext>
            </a:extLst>
          </p:cNvPr>
          <p:cNvCxnSpPr>
            <a:cxnSpLocks/>
          </p:cNvCxnSpPr>
          <p:nvPr/>
        </p:nvCxnSpPr>
        <p:spPr>
          <a:xfrm>
            <a:off x="9269073" y="4085771"/>
            <a:ext cx="876413" cy="85634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7124FB3B-3958-C3BF-318D-1260AC410389}"/>
                  </a:ext>
                </a:extLst>
              </p14:cNvPr>
              <p14:cNvContentPartPr/>
              <p14:nvPr/>
            </p14:nvContentPartPr>
            <p14:xfrm>
              <a:off x="5168520" y="3650760"/>
              <a:ext cx="6172920" cy="2083680"/>
            </p14:xfrm>
          </p:contentPart>
        </mc:Choice>
        <mc:Fallback xmlns="">
          <p:pic>
            <p:nvPicPr>
              <p:cNvPr id="5" name="Ink 4">
                <a:extLst>
                  <a:ext uri="{FF2B5EF4-FFF2-40B4-BE49-F238E27FC236}">
                    <a16:creationId xmlns:a16="http://schemas.microsoft.com/office/drawing/2014/main" id="{7124FB3B-3958-C3BF-318D-1260AC410389}"/>
                  </a:ext>
                </a:extLst>
              </p:cNvPr>
              <p:cNvPicPr/>
              <p:nvPr/>
            </p:nvPicPr>
            <p:blipFill>
              <a:blip r:embed="rId4"/>
              <a:stretch>
                <a:fillRect/>
              </a:stretch>
            </p:blipFill>
            <p:spPr>
              <a:xfrm>
                <a:off x="5159160" y="3641400"/>
                <a:ext cx="6191640" cy="2102400"/>
              </a:xfrm>
              <a:prstGeom prst="rect">
                <a:avLst/>
              </a:prstGeom>
            </p:spPr>
          </p:pic>
        </mc:Fallback>
      </mc:AlternateContent>
    </p:spTree>
    <p:extLst>
      <p:ext uri="{BB962C8B-B14F-4D97-AF65-F5344CB8AC3E}">
        <p14:creationId xmlns:p14="http://schemas.microsoft.com/office/powerpoint/2010/main" val="383810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Baron &amp; Kenny, (1986) </a:t>
            </a:r>
          </a:p>
        </p:txBody>
      </p:sp>
      <p:sp>
        <p:nvSpPr>
          <p:cNvPr id="3" name="Content Placeholder 2"/>
          <p:cNvSpPr>
            <a:spLocks noGrp="1"/>
          </p:cNvSpPr>
          <p:nvPr>
            <p:ph idx="1"/>
          </p:nvPr>
        </p:nvSpPr>
        <p:spPr>
          <a:xfrm>
            <a:off x="986971" y="1600200"/>
            <a:ext cx="4093029" cy="4724400"/>
          </a:xfrm>
        </p:spPr>
        <p:txBody>
          <a:bodyPr>
            <a:normAutofit/>
          </a:bodyPr>
          <a:lstStyle/>
          <a:p>
            <a:r>
              <a:rPr lang="en-GB" sz="3700" dirty="0"/>
              <a:t>Four conditions of mediation: </a:t>
            </a:r>
          </a:p>
          <a:p>
            <a:pPr marL="457200" lvl="1" indent="0">
              <a:buNone/>
            </a:pPr>
            <a:r>
              <a:rPr lang="en-GB" sz="3700" dirty="0"/>
              <a:t>1. The predictor must significantly predict the outcome variable.</a:t>
            </a:r>
          </a:p>
          <a:p>
            <a:endParaRPr lang="en-US" sz="3200" dirty="0"/>
          </a:p>
        </p:txBody>
      </p:sp>
      <p:pic>
        <p:nvPicPr>
          <p:cNvPr id="4" name="Picture 3">
            <a:extLst>
              <a:ext uri="{FF2B5EF4-FFF2-40B4-BE49-F238E27FC236}">
                <a16:creationId xmlns:a16="http://schemas.microsoft.com/office/drawing/2014/main" id="{072B4491-614C-8242-A1CF-4F5BF9741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042" y="1556657"/>
            <a:ext cx="5616802" cy="4629020"/>
          </a:xfrm>
          <a:prstGeom prst="rect">
            <a:avLst/>
          </a:prstGeom>
        </p:spPr>
      </p:pic>
      <p:cxnSp>
        <p:nvCxnSpPr>
          <p:cNvPr id="6" name="Straight Arrow Connector 5">
            <a:extLst>
              <a:ext uri="{FF2B5EF4-FFF2-40B4-BE49-F238E27FC236}">
                <a16:creationId xmlns:a16="http://schemas.microsoft.com/office/drawing/2014/main" id="{5D98B965-BBF8-784A-9339-4F9AC0F5B461}"/>
              </a:ext>
            </a:extLst>
          </p:cNvPr>
          <p:cNvCxnSpPr/>
          <p:nvPr/>
        </p:nvCxnSpPr>
        <p:spPr>
          <a:xfrm>
            <a:off x="7460343" y="5152571"/>
            <a:ext cx="179977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994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Baron &amp; Kenny, (1986) </a:t>
            </a:r>
          </a:p>
        </p:txBody>
      </p:sp>
      <p:sp>
        <p:nvSpPr>
          <p:cNvPr id="3" name="Content Placeholder 2"/>
          <p:cNvSpPr>
            <a:spLocks noGrp="1"/>
          </p:cNvSpPr>
          <p:nvPr>
            <p:ph idx="1"/>
          </p:nvPr>
        </p:nvSpPr>
        <p:spPr>
          <a:xfrm>
            <a:off x="986971" y="1600200"/>
            <a:ext cx="4093029" cy="4724400"/>
          </a:xfrm>
        </p:spPr>
        <p:txBody>
          <a:bodyPr>
            <a:normAutofit lnSpcReduction="10000"/>
          </a:bodyPr>
          <a:lstStyle/>
          <a:p>
            <a:r>
              <a:rPr lang="en-GB" sz="3700" dirty="0"/>
              <a:t>Four conditions of mediation: </a:t>
            </a:r>
          </a:p>
          <a:p>
            <a:pPr marL="457200" lvl="1" indent="0">
              <a:buNone/>
            </a:pPr>
            <a:r>
              <a:rPr lang="en-GB" sz="3700" dirty="0"/>
              <a:t>outcome variable.</a:t>
            </a:r>
          </a:p>
          <a:p>
            <a:pPr marL="457200" lvl="1" indent="0">
              <a:buNone/>
            </a:pPr>
            <a:r>
              <a:rPr lang="en-GB" sz="3700" dirty="0"/>
              <a:t>2. The predictor must significantly predict the mediator.</a:t>
            </a:r>
          </a:p>
          <a:p>
            <a:endParaRPr lang="en-US" sz="3200" dirty="0"/>
          </a:p>
        </p:txBody>
      </p:sp>
      <p:pic>
        <p:nvPicPr>
          <p:cNvPr id="4" name="Picture 3">
            <a:extLst>
              <a:ext uri="{FF2B5EF4-FFF2-40B4-BE49-F238E27FC236}">
                <a16:creationId xmlns:a16="http://schemas.microsoft.com/office/drawing/2014/main" id="{072B4491-614C-8242-A1CF-4F5BF9741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042" y="1556657"/>
            <a:ext cx="5616802" cy="4629020"/>
          </a:xfrm>
          <a:prstGeom prst="rect">
            <a:avLst/>
          </a:prstGeom>
        </p:spPr>
      </p:pic>
      <p:cxnSp>
        <p:nvCxnSpPr>
          <p:cNvPr id="5" name="Straight Arrow Connector 4">
            <a:extLst>
              <a:ext uri="{FF2B5EF4-FFF2-40B4-BE49-F238E27FC236}">
                <a16:creationId xmlns:a16="http://schemas.microsoft.com/office/drawing/2014/main" id="{D3C9920E-606E-EE4B-B3A2-1D70C0569487}"/>
              </a:ext>
            </a:extLst>
          </p:cNvPr>
          <p:cNvCxnSpPr>
            <a:cxnSpLocks/>
          </p:cNvCxnSpPr>
          <p:nvPr/>
        </p:nvCxnSpPr>
        <p:spPr>
          <a:xfrm flipV="1">
            <a:off x="6460672" y="4093029"/>
            <a:ext cx="869042" cy="84908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3D460CF-FA9A-B8C9-D736-14751EF0266C}"/>
                  </a:ext>
                </a:extLst>
              </p14:cNvPr>
              <p14:cNvContentPartPr/>
              <p14:nvPr/>
            </p14:nvContentPartPr>
            <p14:xfrm>
              <a:off x="6477120" y="4349880"/>
              <a:ext cx="451080" cy="298800"/>
            </p14:xfrm>
          </p:contentPart>
        </mc:Choice>
        <mc:Fallback xmlns="">
          <p:pic>
            <p:nvPicPr>
              <p:cNvPr id="6" name="Ink 5">
                <a:extLst>
                  <a:ext uri="{FF2B5EF4-FFF2-40B4-BE49-F238E27FC236}">
                    <a16:creationId xmlns:a16="http://schemas.microsoft.com/office/drawing/2014/main" id="{33D460CF-FA9A-B8C9-D736-14751EF0266C}"/>
                  </a:ext>
                </a:extLst>
              </p:cNvPr>
              <p:cNvPicPr/>
              <p:nvPr/>
            </p:nvPicPr>
            <p:blipFill>
              <a:blip r:embed="rId4"/>
              <a:stretch>
                <a:fillRect/>
              </a:stretch>
            </p:blipFill>
            <p:spPr>
              <a:xfrm>
                <a:off x="6467760" y="4340520"/>
                <a:ext cx="469800" cy="317520"/>
              </a:xfrm>
              <a:prstGeom prst="rect">
                <a:avLst/>
              </a:prstGeom>
            </p:spPr>
          </p:pic>
        </mc:Fallback>
      </mc:AlternateContent>
    </p:spTree>
    <p:extLst>
      <p:ext uri="{BB962C8B-B14F-4D97-AF65-F5344CB8AC3E}">
        <p14:creationId xmlns:p14="http://schemas.microsoft.com/office/powerpoint/2010/main" val="1783351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Baron &amp; Kenny, (1986) </a:t>
            </a:r>
          </a:p>
        </p:txBody>
      </p:sp>
      <p:sp>
        <p:nvSpPr>
          <p:cNvPr id="3" name="Content Placeholder 2"/>
          <p:cNvSpPr>
            <a:spLocks noGrp="1"/>
          </p:cNvSpPr>
          <p:nvPr>
            <p:ph idx="1"/>
          </p:nvPr>
        </p:nvSpPr>
        <p:spPr>
          <a:xfrm>
            <a:off x="986971" y="1600200"/>
            <a:ext cx="4093029" cy="4724400"/>
          </a:xfrm>
        </p:spPr>
        <p:txBody>
          <a:bodyPr>
            <a:normAutofit/>
          </a:bodyPr>
          <a:lstStyle/>
          <a:p>
            <a:r>
              <a:rPr lang="en-GB" sz="3700" dirty="0"/>
              <a:t>Four conditions of mediation: </a:t>
            </a:r>
          </a:p>
          <a:p>
            <a:pPr marL="457200" lvl="1" indent="0">
              <a:buNone/>
            </a:pPr>
            <a:r>
              <a:rPr lang="en-GB" sz="3700" dirty="0"/>
              <a:t>3. The mediator must significantly predict the outcome variable.</a:t>
            </a:r>
          </a:p>
          <a:p>
            <a:endParaRPr lang="en-US" sz="3200" dirty="0"/>
          </a:p>
        </p:txBody>
      </p:sp>
      <p:pic>
        <p:nvPicPr>
          <p:cNvPr id="4" name="Picture 3">
            <a:extLst>
              <a:ext uri="{FF2B5EF4-FFF2-40B4-BE49-F238E27FC236}">
                <a16:creationId xmlns:a16="http://schemas.microsoft.com/office/drawing/2014/main" id="{072B4491-614C-8242-A1CF-4F5BF9741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042" y="1556657"/>
            <a:ext cx="5616802" cy="4629020"/>
          </a:xfrm>
          <a:prstGeom prst="rect">
            <a:avLst/>
          </a:prstGeom>
        </p:spPr>
      </p:pic>
      <p:cxnSp>
        <p:nvCxnSpPr>
          <p:cNvPr id="5" name="Straight Arrow Connector 4">
            <a:extLst>
              <a:ext uri="{FF2B5EF4-FFF2-40B4-BE49-F238E27FC236}">
                <a16:creationId xmlns:a16="http://schemas.microsoft.com/office/drawing/2014/main" id="{ADC6FB27-A299-3245-8F0B-3CA5054E7A00}"/>
              </a:ext>
            </a:extLst>
          </p:cNvPr>
          <p:cNvCxnSpPr>
            <a:cxnSpLocks/>
          </p:cNvCxnSpPr>
          <p:nvPr/>
        </p:nvCxnSpPr>
        <p:spPr>
          <a:xfrm>
            <a:off x="9269073" y="4085771"/>
            <a:ext cx="876413" cy="85634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7BA191A3-1B3B-BE8E-F371-526025798163}"/>
                  </a:ext>
                </a:extLst>
              </p14:cNvPr>
              <p14:cNvContentPartPr/>
              <p14:nvPr/>
            </p14:nvContentPartPr>
            <p14:xfrm>
              <a:off x="9619920" y="4280040"/>
              <a:ext cx="521280" cy="343080"/>
            </p14:xfrm>
          </p:contentPart>
        </mc:Choice>
        <mc:Fallback xmlns="">
          <p:pic>
            <p:nvPicPr>
              <p:cNvPr id="6" name="Ink 5">
                <a:extLst>
                  <a:ext uri="{FF2B5EF4-FFF2-40B4-BE49-F238E27FC236}">
                    <a16:creationId xmlns:a16="http://schemas.microsoft.com/office/drawing/2014/main" id="{7BA191A3-1B3B-BE8E-F371-526025798163}"/>
                  </a:ext>
                </a:extLst>
              </p:cNvPr>
              <p:cNvPicPr/>
              <p:nvPr/>
            </p:nvPicPr>
            <p:blipFill>
              <a:blip r:embed="rId4"/>
              <a:stretch>
                <a:fillRect/>
              </a:stretch>
            </p:blipFill>
            <p:spPr>
              <a:xfrm>
                <a:off x="9610560" y="4270680"/>
                <a:ext cx="540000" cy="361800"/>
              </a:xfrm>
              <a:prstGeom prst="rect">
                <a:avLst/>
              </a:prstGeom>
            </p:spPr>
          </p:pic>
        </mc:Fallback>
      </mc:AlternateContent>
    </p:spTree>
    <p:extLst>
      <p:ext uri="{BB962C8B-B14F-4D97-AF65-F5344CB8AC3E}">
        <p14:creationId xmlns:p14="http://schemas.microsoft.com/office/powerpoint/2010/main" val="284467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Baron &amp; Kenny, (1986) </a:t>
            </a:r>
          </a:p>
        </p:txBody>
      </p:sp>
      <p:sp>
        <p:nvSpPr>
          <p:cNvPr id="3" name="Content Placeholder 2"/>
          <p:cNvSpPr>
            <a:spLocks noGrp="1"/>
          </p:cNvSpPr>
          <p:nvPr>
            <p:ph idx="1"/>
          </p:nvPr>
        </p:nvSpPr>
        <p:spPr>
          <a:xfrm>
            <a:off x="986971" y="1600200"/>
            <a:ext cx="4093029" cy="4724400"/>
          </a:xfrm>
        </p:spPr>
        <p:txBody>
          <a:bodyPr>
            <a:normAutofit lnSpcReduction="10000"/>
          </a:bodyPr>
          <a:lstStyle/>
          <a:p>
            <a:r>
              <a:rPr lang="en-GB" sz="3700" dirty="0"/>
              <a:t>Four conditions of mediation: </a:t>
            </a:r>
          </a:p>
          <a:p>
            <a:pPr marL="457200" lvl="1" indent="0">
              <a:buNone/>
            </a:pPr>
            <a:r>
              <a:rPr lang="en-GB" sz="3700" dirty="0"/>
              <a:t>4. The predictor variable must predict the outcome variable less strongly in model 3 than in model 1.</a:t>
            </a:r>
          </a:p>
          <a:p>
            <a:endParaRPr lang="en-US" sz="3200" dirty="0"/>
          </a:p>
        </p:txBody>
      </p:sp>
      <p:pic>
        <p:nvPicPr>
          <p:cNvPr id="4" name="Picture 3">
            <a:extLst>
              <a:ext uri="{FF2B5EF4-FFF2-40B4-BE49-F238E27FC236}">
                <a16:creationId xmlns:a16="http://schemas.microsoft.com/office/drawing/2014/main" id="{072B4491-614C-8242-A1CF-4F5BF9741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042" y="1556657"/>
            <a:ext cx="5616802" cy="4629020"/>
          </a:xfrm>
          <a:prstGeom prst="rect">
            <a:avLst/>
          </a:prstGeom>
        </p:spPr>
      </p:pic>
      <p:cxnSp>
        <p:nvCxnSpPr>
          <p:cNvPr id="5" name="Straight Arrow Connector 4">
            <a:extLst>
              <a:ext uri="{FF2B5EF4-FFF2-40B4-BE49-F238E27FC236}">
                <a16:creationId xmlns:a16="http://schemas.microsoft.com/office/drawing/2014/main" id="{D14AB6C8-78E1-DE44-993C-D1CF954CD649}"/>
              </a:ext>
            </a:extLst>
          </p:cNvPr>
          <p:cNvCxnSpPr/>
          <p:nvPr/>
        </p:nvCxnSpPr>
        <p:spPr>
          <a:xfrm>
            <a:off x="7460343" y="5152571"/>
            <a:ext cx="1799771" cy="0"/>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2953B9A-CD3A-5447-BFE8-E815ABB07701}"/>
              </a:ext>
            </a:extLst>
          </p:cNvPr>
          <p:cNvCxnSpPr>
            <a:cxnSpLocks/>
          </p:cNvCxnSpPr>
          <p:nvPr/>
        </p:nvCxnSpPr>
        <p:spPr>
          <a:xfrm>
            <a:off x="9269073" y="4085771"/>
            <a:ext cx="876413" cy="85634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EAD92767-1707-A018-49C3-AFE3E5B81883}"/>
                  </a:ext>
                </a:extLst>
              </p14:cNvPr>
              <p14:cNvContentPartPr/>
              <p14:nvPr/>
            </p14:nvContentPartPr>
            <p14:xfrm>
              <a:off x="8115480" y="2234520"/>
              <a:ext cx="628920" cy="3366720"/>
            </p14:xfrm>
          </p:contentPart>
        </mc:Choice>
        <mc:Fallback xmlns="">
          <p:pic>
            <p:nvPicPr>
              <p:cNvPr id="7" name="Ink 6">
                <a:extLst>
                  <a:ext uri="{FF2B5EF4-FFF2-40B4-BE49-F238E27FC236}">
                    <a16:creationId xmlns:a16="http://schemas.microsoft.com/office/drawing/2014/main" id="{EAD92767-1707-A018-49C3-AFE3E5B81883}"/>
                  </a:ext>
                </a:extLst>
              </p:cNvPr>
              <p:cNvPicPr/>
              <p:nvPr/>
            </p:nvPicPr>
            <p:blipFill>
              <a:blip r:embed="rId4"/>
              <a:stretch>
                <a:fillRect/>
              </a:stretch>
            </p:blipFill>
            <p:spPr>
              <a:xfrm>
                <a:off x="8106120" y="2225160"/>
                <a:ext cx="647640" cy="3385440"/>
              </a:xfrm>
              <a:prstGeom prst="rect">
                <a:avLst/>
              </a:prstGeom>
            </p:spPr>
          </p:pic>
        </mc:Fallback>
      </mc:AlternateContent>
    </p:spTree>
    <p:extLst>
      <p:ext uri="{BB962C8B-B14F-4D97-AF65-F5344CB8AC3E}">
        <p14:creationId xmlns:p14="http://schemas.microsoft.com/office/powerpoint/2010/main" val="455499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Baron &amp; Kenny, (1986) </a:t>
            </a:r>
          </a:p>
        </p:txBody>
      </p:sp>
      <p:sp>
        <p:nvSpPr>
          <p:cNvPr id="3" name="Content Placeholder 2"/>
          <p:cNvSpPr>
            <a:spLocks noGrp="1"/>
          </p:cNvSpPr>
          <p:nvPr>
            <p:ph idx="1"/>
          </p:nvPr>
        </p:nvSpPr>
        <p:spPr>
          <a:xfrm>
            <a:off x="986971" y="1600200"/>
            <a:ext cx="4093029" cy="4724400"/>
          </a:xfrm>
        </p:spPr>
        <p:txBody>
          <a:bodyPr>
            <a:normAutofit lnSpcReduction="10000"/>
          </a:bodyPr>
          <a:lstStyle/>
          <a:p>
            <a:r>
              <a:rPr lang="en-GB" sz="3700" dirty="0"/>
              <a:t>Four conditions of mediation: </a:t>
            </a:r>
          </a:p>
          <a:p>
            <a:pPr marL="457200" lvl="1" indent="0">
              <a:buNone/>
            </a:pPr>
            <a:r>
              <a:rPr lang="en-GB" sz="3700" dirty="0"/>
              <a:t>4. The predictor variable must predict the outcome variable less strongly in model 3 than in model 1.</a:t>
            </a:r>
          </a:p>
          <a:p>
            <a:endParaRPr lang="en-US" sz="3200" dirty="0"/>
          </a:p>
        </p:txBody>
      </p:sp>
      <p:pic>
        <p:nvPicPr>
          <p:cNvPr id="4" name="Picture 3">
            <a:extLst>
              <a:ext uri="{FF2B5EF4-FFF2-40B4-BE49-F238E27FC236}">
                <a16:creationId xmlns:a16="http://schemas.microsoft.com/office/drawing/2014/main" id="{072B4491-614C-8242-A1CF-4F5BF9741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042" y="1556657"/>
            <a:ext cx="5616802" cy="4629020"/>
          </a:xfrm>
          <a:prstGeom prst="rect">
            <a:avLst/>
          </a:prstGeom>
        </p:spPr>
      </p:pic>
      <p:cxnSp>
        <p:nvCxnSpPr>
          <p:cNvPr id="5" name="Straight Arrow Connector 4">
            <a:extLst>
              <a:ext uri="{FF2B5EF4-FFF2-40B4-BE49-F238E27FC236}">
                <a16:creationId xmlns:a16="http://schemas.microsoft.com/office/drawing/2014/main" id="{D14AB6C8-78E1-DE44-993C-D1CF954CD649}"/>
              </a:ext>
            </a:extLst>
          </p:cNvPr>
          <p:cNvCxnSpPr/>
          <p:nvPr/>
        </p:nvCxnSpPr>
        <p:spPr>
          <a:xfrm>
            <a:off x="7460343" y="5152571"/>
            <a:ext cx="179977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733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Baron &amp; Kenny’s (1986) approach</a:t>
            </a:r>
          </a:p>
        </p:txBody>
      </p:sp>
      <p:sp>
        <p:nvSpPr>
          <p:cNvPr id="3" name="Content Placeholder 2"/>
          <p:cNvSpPr>
            <a:spLocks noGrp="1"/>
          </p:cNvSpPr>
          <p:nvPr>
            <p:ph idx="1"/>
          </p:nvPr>
        </p:nvSpPr>
        <p:spPr/>
        <p:txBody>
          <a:bodyPr/>
          <a:lstStyle/>
          <a:p>
            <a:r>
              <a:rPr lang="en-GB" sz="3200" dirty="0"/>
              <a:t>How much of a reduction in the relationship between the predictor and outcome is necessary to infer mediation? </a:t>
            </a:r>
          </a:p>
          <a:p>
            <a:pPr lvl="1"/>
            <a:r>
              <a:rPr lang="en-GB" sz="3200" dirty="0"/>
              <a:t>people tend to look for a change in significance, which can lead to the ‘all or nothing’ thinking that </a:t>
            </a:r>
            <a:r>
              <a:rPr lang="en-GB" sz="3200" i="1" dirty="0"/>
              <a:t>p</a:t>
            </a:r>
            <a:r>
              <a:rPr lang="en-GB" sz="3200" dirty="0"/>
              <a:t>-values encourage (Field) </a:t>
            </a:r>
          </a:p>
          <a:p>
            <a:pPr marL="457200" lvl="1" indent="0">
              <a:buNone/>
            </a:pPr>
            <a:endParaRPr lang="en-GB" sz="3200" dirty="0"/>
          </a:p>
          <a:p>
            <a:pPr lvl="1"/>
            <a:r>
              <a:rPr lang="en-GB" sz="3200" dirty="0"/>
              <a:t>Never a good idea to run multiple significance tests</a:t>
            </a:r>
          </a:p>
          <a:p>
            <a:pPr lvl="1"/>
            <a:r>
              <a:rPr lang="en-GB" sz="3200" dirty="0"/>
              <a:t>This approach only tells you if there is a significant mediation, not how large (Hayes)</a:t>
            </a:r>
          </a:p>
          <a:p>
            <a:pPr lvl="1"/>
            <a:endParaRPr lang="en-GB" sz="3200" dirty="0"/>
          </a:p>
          <a:p>
            <a:endParaRPr lang="en-US" dirty="0"/>
          </a:p>
        </p:txBody>
      </p:sp>
    </p:spTree>
    <p:extLst>
      <p:ext uri="{BB962C8B-B14F-4D97-AF65-F5344CB8AC3E}">
        <p14:creationId xmlns:p14="http://schemas.microsoft.com/office/powerpoint/2010/main" val="3012827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Sobel</a:t>
            </a:r>
            <a:r>
              <a:rPr lang="en-US" dirty="0"/>
              <a:t> Test (</a:t>
            </a:r>
            <a:r>
              <a:rPr lang="en-US" dirty="0" err="1"/>
              <a:t>Sobel</a:t>
            </a:r>
            <a:r>
              <a:rPr lang="en-US" dirty="0"/>
              <a:t>, 1982)</a:t>
            </a:r>
          </a:p>
        </p:txBody>
      </p:sp>
      <p:sp>
        <p:nvSpPr>
          <p:cNvPr id="3" name="Content Placeholder 2"/>
          <p:cNvSpPr>
            <a:spLocks noGrp="1"/>
          </p:cNvSpPr>
          <p:nvPr>
            <p:ph idx="1"/>
          </p:nvPr>
        </p:nvSpPr>
        <p:spPr/>
        <p:txBody>
          <a:bodyPr>
            <a:normAutofit/>
          </a:bodyPr>
          <a:lstStyle/>
          <a:p>
            <a:r>
              <a:rPr lang="en-GB" sz="3200" dirty="0"/>
              <a:t>An alternative is to estimate the indirect effect and its significance using the </a:t>
            </a:r>
            <a:r>
              <a:rPr lang="en-GB" sz="3200" b="1" dirty="0"/>
              <a:t>Sobel test </a:t>
            </a:r>
            <a:r>
              <a:rPr lang="en-GB" sz="3200" dirty="0"/>
              <a:t>(Sobel, 1982). </a:t>
            </a:r>
          </a:p>
          <a:p>
            <a:endParaRPr lang="en-GB" sz="3200" dirty="0"/>
          </a:p>
          <a:p>
            <a:r>
              <a:rPr lang="en-GB" sz="3200" dirty="0"/>
              <a:t>If the Sobel test is significant, there is significant mediation.</a:t>
            </a:r>
          </a:p>
          <a:p>
            <a:endParaRPr lang="en-GB" sz="3200" dirty="0"/>
          </a:p>
          <a:p>
            <a:r>
              <a:rPr lang="en-GB" sz="3200" dirty="0"/>
              <a:t>Significance tests depend upon sample size.</a:t>
            </a:r>
            <a:endParaRPr lang="en-US" sz="3200" dirty="0"/>
          </a:p>
        </p:txBody>
      </p:sp>
    </p:spTree>
    <p:extLst>
      <p:ext uri="{BB962C8B-B14F-4D97-AF65-F5344CB8AC3E}">
        <p14:creationId xmlns:p14="http://schemas.microsoft.com/office/powerpoint/2010/main" val="3218762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F899-CFB8-A944-8F22-38CFE5674FEC}"/>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2EC8518A-D12D-A247-8EE5-95CF00644036}"/>
              </a:ext>
            </a:extLst>
          </p:cNvPr>
          <p:cNvSpPr>
            <a:spLocks noGrp="1"/>
          </p:cNvSpPr>
          <p:nvPr>
            <p:ph idx="1"/>
          </p:nvPr>
        </p:nvSpPr>
        <p:spPr/>
        <p:txBody>
          <a:bodyPr>
            <a:normAutofit/>
          </a:bodyPr>
          <a:lstStyle/>
          <a:p>
            <a:r>
              <a:rPr lang="en-US" sz="3200" dirty="0"/>
              <a:t>Will give you strength of both your direct (predictor) and indirect (mediator effects)</a:t>
            </a:r>
          </a:p>
          <a:p>
            <a:endParaRPr lang="en-US" sz="3200" dirty="0"/>
          </a:p>
          <a:p>
            <a:r>
              <a:rPr lang="en-US" sz="3200" dirty="0"/>
              <a:t>That’s what you did …</a:t>
            </a:r>
          </a:p>
        </p:txBody>
      </p:sp>
    </p:spTree>
    <p:extLst>
      <p:ext uri="{BB962C8B-B14F-4D97-AF65-F5344CB8AC3E}">
        <p14:creationId xmlns:p14="http://schemas.microsoft.com/office/powerpoint/2010/main" val="98130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F73CED-251B-3665-111F-2BC3388D6B4F}"/>
              </a:ext>
            </a:extLst>
          </p:cNvPr>
          <p:cNvSpPr>
            <a:spLocks noGrp="1"/>
          </p:cNvSpPr>
          <p:nvPr>
            <p:ph idx="1"/>
          </p:nvPr>
        </p:nvSpPr>
        <p:spPr>
          <a:xfrm>
            <a:off x="0" y="483326"/>
            <a:ext cx="12096206" cy="6087291"/>
          </a:xfrm>
        </p:spPr>
        <p:txBody>
          <a:bodyPr>
            <a:normAutofit fontScale="77500" lnSpcReduction="20000"/>
          </a:bodyPr>
          <a:lstStyle/>
          <a:p>
            <a:r>
              <a:rPr lang="en-US" sz="3400" dirty="0"/>
              <a:t>From Fairchild &amp; McDaniel (2017): </a:t>
            </a:r>
            <a:r>
              <a:rPr lang="en-US" sz="3400" b="0" i="0" dirty="0">
                <a:solidFill>
                  <a:srgbClr val="2A2A2A"/>
                </a:solidFill>
                <a:effectLst/>
              </a:rPr>
              <a:t>Best (but oft-forgotten) practices: mediation analysis. </a:t>
            </a:r>
            <a:r>
              <a:rPr lang="en-US" sz="3400" b="0" i="1" dirty="0">
                <a:solidFill>
                  <a:srgbClr val="2A2A2A"/>
                </a:solidFill>
                <a:effectLst/>
              </a:rPr>
              <a:t>The American Journal of Clinical </a:t>
            </a:r>
            <a:r>
              <a:rPr lang="en-US" sz="3400" b="0" i="1" dirty="0" err="1">
                <a:solidFill>
                  <a:srgbClr val="2A2A2A"/>
                </a:solidFill>
                <a:effectLst/>
              </a:rPr>
              <a:t>Nutrition</a:t>
            </a:r>
            <a:r>
              <a:rPr lang="en-US" sz="3400" b="0" i="0" dirty="0" err="1">
                <a:solidFill>
                  <a:srgbClr val="2A2A2A"/>
                </a:solidFill>
                <a:effectLst/>
              </a:rPr>
              <a:t>,</a:t>
            </a:r>
            <a:r>
              <a:rPr lang="en-US" sz="3400" b="0" i="0" u="none" strike="noStrike" dirty="0" err="1">
                <a:solidFill>
                  <a:srgbClr val="006FB7"/>
                </a:solidFill>
                <a:effectLst/>
                <a:hlinkClick r:id="rId3"/>
              </a:rPr>
              <a:t>https</a:t>
            </a:r>
            <a:r>
              <a:rPr lang="en-US" sz="3400" b="0" i="0" u="none" strike="noStrike" dirty="0">
                <a:solidFill>
                  <a:srgbClr val="006FB7"/>
                </a:solidFill>
                <a:effectLst/>
                <a:hlinkClick r:id="rId3"/>
              </a:rPr>
              <a:t>://doi.org/10.3945/ajcn.117.152546</a:t>
            </a:r>
            <a:r>
              <a:rPr lang="en-US" sz="3400" dirty="0"/>
              <a:t> “</a:t>
            </a:r>
            <a:r>
              <a:rPr lang="en-US" sz="3400" b="0" i="0" dirty="0">
                <a:solidFill>
                  <a:srgbClr val="2A2A2A"/>
                </a:solidFill>
                <a:effectLst/>
              </a:rPr>
              <a:t>cross-sectional sample data can indicate support for mediation effects when there is no true mediation process in the population (</a:t>
            </a:r>
            <a:r>
              <a:rPr lang="en-US" sz="3400" b="0" i="0" u="none" strike="noStrike" dirty="0">
                <a:solidFill>
                  <a:srgbClr val="006FB7"/>
                </a:solidFill>
                <a:effectLst/>
              </a:rPr>
              <a:t>92</a:t>
            </a:r>
            <a:r>
              <a:rPr lang="en-US" sz="3400" b="0" i="0" dirty="0">
                <a:solidFill>
                  <a:srgbClr val="2A2A2A"/>
                </a:solidFill>
                <a:effectLst/>
              </a:rPr>
              <a:t>). These findings are not to say that it is impossible to examine mediation hypotheses with data that are collected at one point in time; however, there is an onus on the researcher to provide a compelling rationale that temporal ordering of the examined variables is correct (</a:t>
            </a:r>
            <a:r>
              <a:rPr lang="en-US" sz="3400" b="0" i="0" u="none" strike="noStrike" dirty="0">
                <a:solidFill>
                  <a:srgbClr val="006FB7"/>
                </a:solidFill>
                <a:effectLst/>
              </a:rPr>
              <a:t>93</a:t>
            </a:r>
            <a:r>
              <a:rPr lang="en-US" sz="3400" b="0" i="0" dirty="0">
                <a:solidFill>
                  <a:srgbClr val="2A2A2A"/>
                </a:solidFill>
                <a:effectLst/>
              </a:rPr>
              <a:t>, </a:t>
            </a:r>
            <a:r>
              <a:rPr lang="en-US" sz="3400" b="0" i="0" u="none" strike="noStrike" dirty="0">
                <a:solidFill>
                  <a:srgbClr val="006FB7"/>
                </a:solidFill>
                <a:effectLst/>
              </a:rPr>
              <a:t>94</a:t>
            </a:r>
            <a:r>
              <a:rPr lang="en-US" sz="3400" b="0" i="0" dirty="0">
                <a:solidFill>
                  <a:srgbClr val="2A2A2A"/>
                </a:solidFill>
                <a:effectLst/>
              </a:rPr>
              <a:t>). Indeed, Kenny and colleagues (</a:t>
            </a:r>
            <a:r>
              <a:rPr lang="en-US" sz="3400" b="0" i="0" u="none" strike="noStrike" dirty="0">
                <a:solidFill>
                  <a:srgbClr val="006FB7"/>
                </a:solidFill>
                <a:effectLst/>
              </a:rPr>
              <a:t>10</a:t>
            </a:r>
            <a:r>
              <a:rPr lang="en-US" sz="3400" b="0" i="0" dirty="0">
                <a:solidFill>
                  <a:srgbClr val="2A2A2A"/>
                </a:solidFill>
                <a:effectLst/>
              </a:rPr>
              <a:t>, </a:t>
            </a:r>
            <a:r>
              <a:rPr lang="en-US" sz="3400" b="0" i="0" u="none" strike="noStrike" dirty="0">
                <a:solidFill>
                  <a:srgbClr val="006FB7"/>
                </a:solidFill>
                <a:effectLst/>
              </a:rPr>
              <a:t>11</a:t>
            </a:r>
            <a:r>
              <a:rPr lang="en-US" sz="3400" b="0" i="0" dirty="0">
                <a:solidFill>
                  <a:srgbClr val="2A2A2A"/>
                </a:solidFill>
                <a:effectLst/>
              </a:rPr>
              <a:t>) emphasized in early work that mediation analysis should not be conducted unless the temporal ordering of the variables is clear. Examining mediation hypotheses with cross-sectional data may be reasonable, for example, if measured variables can reflect nearly instantaneous processes, such as may be the case with some pharmacokinetics work, or imply timing by nature of their construction (</a:t>
            </a:r>
            <a:r>
              <a:rPr lang="en-US" sz="3400" b="0" i="0" u="none" strike="noStrike" dirty="0">
                <a:solidFill>
                  <a:srgbClr val="006FB7"/>
                </a:solidFill>
                <a:effectLst/>
              </a:rPr>
              <a:t>18</a:t>
            </a:r>
            <a:r>
              <a:rPr lang="en-US" sz="3400" b="0" i="0" dirty="0">
                <a:solidFill>
                  <a:srgbClr val="2A2A2A"/>
                </a:solidFill>
                <a:effectLst/>
              </a:rPr>
              <a:t>, </a:t>
            </a:r>
            <a:r>
              <a:rPr lang="en-US" sz="3400" b="0" i="0" u="none" strike="noStrike" dirty="0">
                <a:solidFill>
                  <a:srgbClr val="006FB7"/>
                </a:solidFill>
                <a:effectLst/>
              </a:rPr>
              <a:t>93</a:t>
            </a:r>
            <a:r>
              <a:rPr lang="en-US" sz="3400" b="0" i="0" dirty="0">
                <a:solidFill>
                  <a:srgbClr val="2A2A2A"/>
                </a:solidFill>
                <a:effectLst/>
              </a:rPr>
              <a:t>). Consider a research scenario in which the mediating role of parental food monitoring during an individual’s adolescence (</a:t>
            </a:r>
            <a:r>
              <a:rPr lang="en-US" sz="3400" b="0" i="1" dirty="0">
                <a:solidFill>
                  <a:srgbClr val="2A2A2A"/>
                </a:solidFill>
                <a:effectLst/>
              </a:rPr>
              <a:t>M</a:t>
            </a:r>
            <a:r>
              <a:rPr lang="en-US" sz="3400" b="0" i="0" dirty="0">
                <a:solidFill>
                  <a:srgbClr val="2A2A2A"/>
                </a:solidFill>
                <a:effectLst/>
              </a:rPr>
              <a:t>) is posited to explain the impact of parental childhood obesity (</a:t>
            </a:r>
            <a:r>
              <a:rPr lang="en-US" sz="3400" b="0" i="1" dirty="0">
                <a:solidFill>
                  <a:srgbClr val="2A2A2A"/>
                </a:solidFill>
                <a:effectLst/>
              </a:rPr>
              <a:t>X</a:t>
            </a:r>
            <a:r>
              <a:rPr lang="en-US" sz="3400" b="0" i="0" dirty="0">
                <a:solidFill>
                  <a:srgbClr val="2A2A2A"/>
                </a:solidFill>
                <a:effectLst/>
              </a:rPr>
              <a:t>) on subjects’ current obesity status (</a:t>
            </a:r>
            <a:r>
              <a:rPr lang="en-US" sz="3400" b="0" i="1" dirty="0">
                <a:solidFill>
                  <a:srgbClr val="2A2A2A"/>
                </a:solidFill>
                <a:effectLst/>
              </a:rPr>
              <a:t>Y</a:t>
            </a:r>
            <a:r>
              <a:rPr lang="en-US" sz="3400" b="0" i="0" dirty="0">
                <a:solidFill>
                  <a:srgbClr val="2A2A2A"/>
                </a:solidFill>
                <a:effectLst/>
              </a:rPr>
              <a:t>). Although one may garner this information from participants at a single measurement occasion, it may be sensible to argue temporal precedence of the variables in a causal chain given the chronological nature of the constructs. Researchers should be mindful of potential retrospective reporting bias in these cases, however.”</a:t>
            </a:r>
            <a:endParaRPr lang="en-US" sz="3400" dirty="0"/>
          </a:p>
          <a:p>
            <a:endParaRPr lang="en-US" dirty="0"/>
          </a:p>
        </p:txBody>
      </p:sp>
    </p:spTree>
    <p:extLst>
      <p:ext uri="{BB962C8B-B14F-4D97-AF65-F5344CB8AC3E}">
        <p14:creationId xmlns:p14="http://schemas.microsoft.com/office/powerpoint/2010/main" val="1316173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3799</TotalTime>
  <Words>1084</Words>
  <Application>Microsoft Macintosh PowerPoint</Application>
  <PresentationFormat>Widescreen</PresentationFormat>
  <Paragraphs>125</Paragraphs>
  <Slides>27</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From last week</vt:lpstr>
      <vt:lpstr>Mediation and Moderation</vt:lpstr>
      <vt:lpstr>Mediation and Moderation</vt:lpstr>
      <vt:lpstr>A note on causality</vt:lpstr>
      <vt:lpstr>Moderation</vt:lpstr>
      <vt:lpstr>Example</vt:lpstr>
      <vt:lpstr>Conceptual Moderation Model</vt:lpstr>
      <vt:lpstr>PowerPoint Presentation</vt:lpstr>
      <vt:lpstr>The Statistical Moderation Model</vt:lpstr>
      <vt:lpstr>Centering Variables</vt:lpstr>
      <vt:lpstr>Mediation</vt:lpstr>
      <vt:lpstr>The Statistical Model</vt:lpstr>
      <vt:lpstr>Example of Mediation Model</vt:lpstr>
      <vt:lpstr>Example of Mediation Model</vt:lpstr>
      <vt:lpstr>Example of Mediation Model</vt:lpstr>
      <vt:lpstr>Baron &amp; Kenny, (1986)</vt:lpstr>
      <vt:lpstr>Baron &amp; Kenny, (1986)</vt:lpstr>
      <vt:lpstr>Baron &amp; Kenny, (1986)</vt:lpstr>
      <vt:lpstr>Baron &amp; Kenny, (1986) </vt:lpstr>
      <vt:lpstr>Baron &amp; Kenny, (1986) </vt:lpstr>
      <vt:lpstr>Baron &amp; Kenny, (1986) </vt:lpstr>
      <vt:lpstr>Baron &amp; Kenny, (1986) </vt:lpstr>
      <vt:lpstr>Baron &amp; Kenny, (1986) </vt:lpstr>
      <vt:lpstr>Limitations of Baron &amp; Kenny’s (1986) approach</vt:lpstr>
      <vt:lpstr>Sobel Test (Sobel, 1982)</vt:lpstr>
      <vt:lpstr>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we need statistics?</dc:title>
  <dc:creator>Vanessa Lobue</dc:creator>
  <cp:lastModifiedBy>Jamil Bhanji</cp:lastModifiedBy>
  <cp:revision>133</cp:revision>
  <dcterms:created xsi:type="dcterms:W3CDTF">2021-01-14T20:20:19Z</dcterms:created>
  <dcterms:modified xsi:type="dcterms:W3CDTF">2025-10-14T13:57:15Z</dcterms:modified>
</cp:coreProperties>
</file>